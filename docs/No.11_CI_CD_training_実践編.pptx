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5" r:id="rId5"/>
    <p:sldMasterId id="2147483681" r:id="rId6"/>
    <p:sldMasterId id="2147483673" r:id="rId7"/>
  </p:sldMasterIdLst>
  <p:notesMasterIdLst>
    <p:notesMasterId r:id="rId16"/>
  </p:notesMasterIdLst>
  <p:handoutMasterIdLst>
    <p:handoutMasterId r:id="rId17"/>
  </p:handoutMasterIdLst>
  <p:sldIdLst>
    <p:sldId id="587" r:id="rId8"/>
    <p:sldId id="588" r:id="rId9"/>
    <p:sldId id="589" r:id="rId10"/>
    <p:sldId id="590" r:id="rId11"/>
    <p:sldId id="592" r:id="rId12"/>
    <p:sldId id="593" r:id="rId13"/>
    <p:sldId id="594" r:id="rId14"/>
    <p:sldId id="586" r:id="rId15"/>
  </p:sldIdLst>
  <p:sldSz cx="12192000" cy="6858000"/>
  <p:notesSz cx="1130935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3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94"/>
    <a:srgbClr val="FFFF99"/>
    <a:srgbClr val="FFD5D5"/>
    <a:srgbClr val="DA9C00"/>
    <a:srgbClr val="B40020"/>
    <a:srgbClr val="FFC221"/>
    <a:srgbClr val="72BFC5"/>
    <a:srgbClr val="E46C0A"/>
    <a:srgbClr val="00B0F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36" autoAdjust="0"/>
    <p:restoredTop sz="96121" autoAdjust="0"/>
  </p:normalViewPr>
  <p:slideViewPr>
    <p:cSldViewPr snapToGrid="0">
      <p:cViewPr varScale="1">
        <p:scale>
          <a:sx n="125" d="100"/>
          <a:sy n="125" d="100"/>
        </p:scale>
        <p:origin x="108" y="312"/>
      </p:cViewPr>
      <p:guideLst>
        <p:guide orient="horz" pos="1355"/>
        <p:guide pos="3840"/>
      </p:guideLst>
    </p:cSldViewPr>
  </p:slideViewPr>
  <p:outlineViewPr>
    <p:cViewPr>
      <p:scale>
        <a:sx n="33" d="100"/>
        <a:sy n="33" d="100"/>
      </p:scale>
      <p:origin x="0" y="-62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野澤 幸弘" userId="f55cb5c0-958e-4645-977b-a07b11a9a09e" providerId="ADAL" clId="{0F247A56-159D-4ED9-9DB1-B94A559D66F3}"/>
    <pc:docChg chg="custSel addSld delSld modSld sldOrd">
      <pc:chgData name="野澤 幸弘" userId="f55cb5c0-958e-4645-977b-a07b11a9a09e" providerId="ADAL" clId="{0F247A56-159D-4ED9-9DB1-B94A559D66F3}" dt="2026-04-22T00:14:47.741" v="1229" actId="20577"/>
      <pc:docMkLst>
        <pc:docMk/>
      </pc:docMkLst>
      <pc:sldChg chg="addSp modSp mod">
        <pc:chgData name="野澤 幸弘" userId="f55cb5c0-958e-4645-977b-a07b11a9a09e" providerId="ADAL" clId="{0F247A56-159D-4ED9-9DB1-B94A559D66F3}" dt="2026-04-21T00:03:42.181" v="1206" actId="20577"/>
        <pc:sldMkLst>
          <pc:docMk/>
          <pc:sldMk cId="3901222269" sldId="801"/>
        </pc:sldMkLst>
        <pc:spChg chg="add mod">
          <ac:chgData name="野澤 幸弘" userId="f55cb5c0-958e-4645-977b-a07b11a9a09e" providerId="ADAL" clId="{0F247A56-159D-4ED9-9DB1-B94A559D66F3}" dt="2026-04-21T00:03:42.181" v="1206" actId="20577"/>
          <ac:spMkLst>
            <pc:docMk/>
            <pc:sldMk cId="3901222269" sldId="801"/>
            <ac:spMk id="2" creationId="{F8F531C6-3E43-6886-EBF9-C5A1199529E8}"/>
          </ac:spMkLst>
        </pc:spChg>
        <pc:spChg chg="mod">
          <ac:chgData name="野澤 幸弘" userId="f55cb5c0-958e-4645-977b-a07b11a9a09e" providerId="ADAL" clId="{0F247A56-159D-4ED9-9DB1-B94A559D66F3}" dt="2026-04-20T08:00:22.244" v="1171" actId="207"/>
          <ac:spMkLst>
            <pc:docMk/>
            <pc:sldMk cId="3901222269" sldId="801"/>
            <ac:spMk id="4" creationId="{ABCB5435-74FA-DE93-564D-4634E6E17BD7}"/>
          </ac:spMkLst>
        </pc:spChg>
      </pc:sldChg>
      <pc:sldChg chg="modSp mod">
        <pc:chgData name="野澤 幸弘" userId="f55cb5c0-958e-4645-977b-a07b11a9a09e" providerId="ADAL" clId="{0F247A56-159D-4ED9-9DB1-B94A559D66F3}" dt="2026-04-20T08:01:10.246" v="1202"/>
        <pc:sldMkLst>
          <pc:docMk/>
          <pc:sldMk cId="3561273364" sldId="816"/>
        </pc:sldMkLst>
        <pc:spChg chg="mod">
          <ac:chgData name="野澤 幸弘" userId="f55cb5c0-958e-4645-977b-a07b11a9a09e" providerId="ADAL" clId="{0F247A56-159D-4ED9-9DB1-B94A559D66F3}" dt="2026-04-20T08:01:10.246" v="1202"/>
          <ac:spMkLst>
            <pc:docMk/>
            <pc:sldMk cId="3561273364" sldId="816"/>
            <ac:spMk id="10" creationId="{00000000-0000-0000-0000-000000000000}"/>
          </ac:spMkLst>
        </pc:spChg>
      </pc:sldChg>
      <pc:sldChg chg="addSp delSp modSp mod">
        <pc:chgData name="野澤 幸弘" userId="f55cb5c0-958e-4645-977b-a07b11a9a09e" providerId="ADAL" clId="{0F247A56-159D-4ED9-9DB1-B94A559D66F3}" dt="2026-04-22T00:14:47.741" v="1229" actId="20577"/>
        <pc:sldMkLst>
          <pc:docMk/>
          <pc:sldMk cId="412953308" sldId="836"/>
        </pc:sldMkLst>
        <pc:spChg chg="mod">
          <ac:chgData name="野澤 幸弘" userId="f55cb5c0-958e-4645-977b-a07b11a9a09e" providerId="ADAL" clId="{0F247A56-159D-4ED9-9DB1-B94A559D66F3}" dt="2026-04-20T07:42:54.841" v="882" actId="1036"/>
          <ac:spMkLst>
            <pc:docMk/>
            <pc:sldMk cId="412953308" sldId="836"/>
            <ac:spMk id="6" creationId="{9CC310F0-B937-7842-D893-D9548C346469}"/>
          </ac:spMkLst>
        </pc:spChg>
        <pc:spChg chg="add">
          <ac:chgData name="野澤 幸弘" userId="f55cb5c0-958e-4645-977b-a07b11a9a09e" providerId="ADAL" clId="{0F247A56-159D-4ED9-9DB1-B94A559D66F3}" dt="2026-04-20T07:20:51.137" v="772" actId="26606"/>
          <ac:spMkLst>
            <pc:docMk/>
            <pc:sldMk cId="412953308" sldId="836"/>
            <ac:spMk id="10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2T00:14:47.741" v="1229" actId="20577"/>
          <ac:spMkLst>
            <pc:docMk/>
            <pc:sldMk cId="412953308" sldId="836"/>
            <ac:spMk id="11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0T07:41:07.860" v="825" actId="403"/>
          <ac:spMkLst>
            <pc:docMk/>
            <pc:sldMk cId="412953308" sldId="836"/>
            <ac:spMk id="12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2T00:08:12.704" v="1227" actId="20577"/>
          <ac:spMkLst>
            <pc:docMk/>
            <pc:sldMk cId="412953308" sldId="836"/>
            <ac:spMk id="13" creationId="{00000000-0000-0000-0000-000000000000}"/>
          </ac:spMkLst>
        </pc:spChg>
        <pc:grpChg chg="add mod">
          <ac:chgData name="野澤 幸弘" userId="f55cb5c0-958e-4645-977b-a07b11a9a09e" providerId="ADAL" clId="{0F247A56-159D-4ED9-9DB1-B94A559D66F3}" dt="2026-04-20T07:42:54.841" v="882" actId="1036"/>
          <ac:grpSpMkLst>
            <pc:docMk/>
            <pc:sldMk cId="412953308" sldId="836"/>
            <ac:grpSpMk id="3" creationId="{F21F1AEC-11A2-62AF-4737-408ECDD79DF1}"/>
          </ac:grpSpMkLst>
        </pc:grpChg>
        <pc:picChg chg="mod">
          <ac:chgData name="野澤 幸弘" userId="f55cb5c0-958e-4645-977b-a07b11a9a09e" providerId="ADAL" clId="{0F247A56-159D-4ED9-9DB1-B94A559D66F3}" dt="2026-04-20T07:42:54.841" v="882" actId="1036"/>
          <ac:picMkLst>
            <pc:docMk/>
            <pc:sldMk cId="412953308" sldId="836"/>
            <ac:picMk id="4" creationId="{B307512C-8B60-5F62-2E73-53CD42A30922}"/>
          </ac:picMkLst>
        </pc:picChg>
        <pc:picChg chg="mod">
          <ac:chgData name="野澤 幸弘" userId="f55cb5c0-958e-4645-977b-a07b11a9a09e" providerId="ADAL" clId="{0F247A56-159D-4ED9-9DB1-B94A559D66F3}" dt="2026-04-20T07:42:54.841" v="882" actId="1036"/>
          <ac:picMkLst>
            <pc:docMk/>
            <pc:sldMk cId="412953308" sldId="836"/>
            <ac:picMk id="5" creationId="{1B5FE8A4-0A7B-C76E-A240-A3B1D3A26719}"/>
          </ac:picMkLst>
        </pc:picChg>
      </pc:sldChg>
      <pc:sldChg chg="addSp modSp new mod">
        <pc:chgData name="野澤 幸弘" userId="f55cb5c0-958e-4645-977b-a07b11a9a09e" providerId="ADAL" clId="{0F247A56-159D-4ED9-9DB1-B94A559D66F3}" dt="2026-04-20T07:58:46.364" v="1157" actId="1076"/>
        <pc:sldMkLst>
          <pc:docMk/>
          <pc:sldMk cId="887381142" sldId="837"/>
        </pc:sldMkLst>
        <pc:spChg chg="mod">
          <ac:chgData name="野澤 幸弘" userId="f55cb5c0-958e-4645-977b-a07b11a9a09e" providerId="ADAL" clId="{0F247A56-159D-4ED9-9DB1-B94A559D66F3}" dt="2026-04-20T07:54:38.141" v="1074"/>
          <ac:spMkLst>
            <pc:docMk/>
            <pc:sldMk cId="887381142" sldId="837"/>
            <ac:spMk id="2" creationId="{0C9846CD-0E6E-D7B8-CDC4-BD08CE93307E}"/>
          </ac:spMkLst>
        </pc:spChg>
        <pc:spChg chg="mod">
          <ac:chgData name="野澤 幸弘" userId="f55cb5c0-958e-4645-977b-a07b11a9a09e" providerId="ADAL" clId="{0F247A56-159D-4ED9-9DB1-B94A559D66F3}" dt="2026-04-20T07:52:40.156" v="954" actId="1076"/>
          <ac:spMkLst>
            <pc:docMk/>
            <pc:sldMk cId="887381142" sldId="837"/>
            <ac:spMk id="6" creationId="{AC10F6F4-99C3-57FE-1FFB-DC1776966C0C}"/>
          </ac:spMkLst>
        </pc:spChg>
        <pc:spChg chg="add mod">
          <ac:chgData name="野澤 幸弘" userId="f55cb5c0-958e-4645-977b-a07b11a9a09e" providerId="ADAL" clId="{0F247A56-159D-4ED9-9DB1-B94A559D66F3}" dt="2026-04-20T07:52:33.597" v="953" actId="1076"/>
          <ac:spMkLst>
            <pc:docMk/>
            <pc:sldMk cId="887381142" sldId="837"/>
            <ac:spMk id="11" creationId="{67134DE6-3AA7-6A8A-CB37-4DC771B18BC5}"/>
          </ac:spMkLst>
        </pc:spChg>
        <pc:spChg chg="add mod">
          <ac:chgData name="野澤 幸弘" userId="f55cb5c0-958e-4645-977b-a07b11a9a09e" providerId="ADAL" clId="{0F247A56-159D-4ED9-9DB1-B94A559D66F3}" dt="2026-04-20T07:52:49.562" v="957" actId="14100"/>
          <ac:spMkLst>
            <pc:docMk/>
            <pc:sldMk cId="887381142" sldId="837"/>
            <ac:spMk id="12" creationId="{5FA2102E-E46B-5550-7409-819B7E6FD200}"/>
          </ac:spMkLst>
        </pc:spChg>
        <pc:spChg chg="add mod">
          <ac:chgData name="野澤 幸弘" userId="f55cb5c0-958e-4645-977b-a07b11a9a09e" providerId="ADAL" clId="{0F247A56-159D-4ED9-9DB1-B94A559D66F3}" dt="2026-04-20T07:53:51.583" v="1045" actId="1076"/>
          <ac:spMkLst>
            <pc:docMk/>
            <pc:sldMk cId="887381142" sldId="837"/>
            <ac:spMk id="13" creationId="{40DED1CB-663D-402B-F0FD-B5F04C78E55D}"/>
          </ac:spMkLst>
        </pc:spChg>
        <pc:spChg chg="add mod">
          <ac:chgData name="野澤 幸弘" userId="f55cb5c0-958e-4645-977b-a07b11a9a09e" providerId="ADAL" clId="{0F247A56-159D-4ED9-9DB1-B94A559D66F3}" dt="2026-04-20T07:57:45.052" v="1099" actId="1076"/>
          <ac:spMkLst>
            <pc:docMk/>
            <pc:sldMk cId="887381142" sldId="837"/>
            <ac:spMk id="14" creationId="{606BE332-C959-DF1A-6B31-F856A6CD711E}"/>
          </ac:spMkLst>
        </pc:spChg>
        <pc:spChg chg="add mod">
          <ac:chgData name="野澤 幸弘" userId="f55cb5c0-958e-4645-977b-a07b11a9a09e" providerId="ADAL" clId="{0F247A56-159D-4ED9-9DB1-B94A559D66F3}" dt="2026-04-20T07:57:41.272" v="1098" actId="692"/>
          <ac:spMkLst>
            <pc:docMk/>
            <pc:sldMk cId="887381142" sldId="837"/>
            <ac:spMk id="15" creationId="{2FDB9D81-6725-DB4A-9FB8-276258732820}"/>
          </ac:spMkLst>
        </pc:spChg>
        <pc:spChg chg="add mod">
          <ac:chgData name="野澤 幸弘" userId="f55cb5c0-958e-4645-977b-a07b11a9a09e" providerId="ADAL" clId="{0F247A56-159D-4ED9-9DB1-B94A559D66F3}" dt="2026-04-20T07:58:25.347" v="1136" actId="1076"/>
          <ac:spMkLst>
            <pc:docMk/>
            <pc:sldMk cId="887381142" sldId="837"/>
            <ac:spMk id="16" creationId="{CB3F494E-7A07-4ED3-C0D7-05554C4BF667}"/>
          </ac:spMkLst>
        </pc:spChg>
        <pc:spChg chg="add mod">
          <ac:chgData name="野澤 幸弘" userId="f55cb5c0-958e-4645-977b-a07b11a9a09e" providerId="ADAL" clId="{0F247A56-159D-4ED9-9DB1-B94A559D66F3}" dt="2026-04-20T07:58:46.364" v="1157" actId="1076"/>
          <ac:spMkLst>
            <pc:docMk/>
            <pc:sldMk cId="887381142" sldId="837"/>
            <ac:spMk id="17" creationId="{3BABC648-E08B-22D3-24BB-45DA1ABDD47B}"/>
          </ac:spMkLst>
        </pc:spChg>
        <pc:grpChg chg="add mod">
          <ac:chgData name="野澤 幸弘" userId="f55cb5c0-958e-4645-977b-a07b11a9a09e" providerId="ADAL" clId="{0F247A56-159D-4ED9-9DB1-B94A559D66F3}" dt="2026-04-20T07:52:40.156" v="954" actId="1076"/>
          <ac:grpSpMkLst>
            <pc:docMk/>
            <pc:sldMk cId="887381142" sldId="837"/>
            <ac:grpSpMk id="3" creationId="{79EBE10A-C3E4-E57C-3231-2768AC29410C}"/>
          </ac:grpSpMkLst>
        </pc:grpChg>
        <pc:grpChg chg="add mod">
          <ac:chgData name="野澤 幸弘" userId="f55cb5c0-958e-4645-977b-a07b11a9a09e" providerId="ADAL" clId="{0F247A56-159D-4ED9-9DB1-B94A559D66F3}" dt="2026-04-20T07:51:57.789" v="948" actId="1076"/>
          <ac:grpSpMkLst>
            <pc:docMk/>
            <pc:sldMk cId="887381142" sldId="837"/>
            <ac:grpSpMk id="10" creationId="{A2F4B226-BCCA-82F0-F213-1BA5ECFF584E}"/>
          </ac:grpSpMkLst>
        </pc:grpChg>
        <pc:picChg chg="mod">
          <ac:chgData name="野澤 幸弘" userId="f55cb5c0-958e-4645-977b-a07b11a9a09e" providerId="ADAL" clId="{0F247A56-159D-4ED9-9DB1-B94A559D66F3}" dt="2026-04-20T07:52:40.156" v="954" actId="1076"/>
          <ac:picMkLst>
            <pc:docMk/>
            <pc:sldMk cId="887381142" sldId="837"/>
            <ac:picMk id="4" creationId="{46E1B162-07D6-6DB0-9C24-8383C2CBD3A3}"/>
          </ac:picMkLst>
        </pc:picChg>
        <pc:picChg chg="mod">
          <ac:chgData name="野澤 幸弘" userId="f55cb5c0-958e-4645-977b-a07b11a9a09e" providerId="ADAL" clId="{0F247A56-159D-4ED9-9DB1-B94A559D66F3}" dt="2026-04-20T07:52:40.156" v="954" actId="1076"/>
          <ac:picMkLst>
            <pc:docMk/>
            <pc:sldMk cId="887381142" sldId="837"/>
            <ac:picMk id="5" creationId="{93C071AC-7235-8A91-4F9B-53D95440D33C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7" creationId="{073B5C2D-16FB-8CC7-3C2C-FDA4CCC399AD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8" creationId="{3471705A-FA1A-6E05-D0B2-F6393D1CFDD5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9" creationId="{E948EEF2-2CBC-6B73-C898-C455AF4366A3}"/>
          </ac:picMkLst>
        </pc:picChg>
        <pc:picChg chg="add mod">
          <ac:chgData name="野澤 幸弘" userId="f55cb5c0-958e-4645-977b-a07b11a9a09e" providerId="ADAL" clId="{0F247A56-159D-4ED9-9DB1-B94A559D66F3}" dt="2026-04-20T07:53:57.041" v="1047" actId="1076"/>
          <ac:picMkLst>
            <pc:docMk/>
            <pc:sldMk cId="887381142" sldId="837"/>
            <ac:picMk id="2050" creationId="{624EC24F-4FBD-4414-6EF2-15EC3D6B202C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2052" creationId="{BD7D50D8-8B51-1486-2047-17F939C3A3D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7917255-5E26-BBBA-5ACB-CF286AA61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613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171649-9F6E-56DC-D5F1-781CB088C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405563" y="0"/>
            <a:ext cx="4900612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24EE4-DD0A-41BB-960C-B44078C6727D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E696E9-D2DD-614C-785E-507314208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9096038"/>
            <a:ext cx="4900613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3550D8-358C-018B-942C-732FC1B531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05563" y="19096038"/>
            <a:ext cx="4900612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9A375-4E52-40F9-BAB5-A534033DA3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6205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405715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35D86-DEB6-42EF-9EB7-C9F45BEDE59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374650" y="2514600"/>
            <a:ext cx="12058650" cy="6783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405715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7B4AA-101B-4AF6-A282-8F0E14BDA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4015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1pPr>
    <a:lvl2pPr marL="277246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2pPr>
    <a:lvl3pPr marL="554492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3pPr>
    <a:lvl4pPr marL="831738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4pPr>
    <a:lvl5pPr marL="1108984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5pPr>
    <a:lvl6pPr marL="1386230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6pPr>
    <a:lvl7pPr marL="1663476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7pPr>
    <a:lvl8pPr marL="1940723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8pPr>
    <a:lvl9pPr marL="2217969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【講師ガイド】想定時間：2分／ここから実践編（手を動かすパート）。リポジトリ・GitHubアカウントなど環境準備が済んでいるか確認してから進む。</a:t>
            </a:r>
          </a:p>
          <a:p>
            <a:r>
              <a:t>――――――――――（以下、台本）――――――――――</a:t>
            </a:r>
          </a:p>
          <a:p>
            <a:r>
              <a:t>ハンズオン演習の進め方, Dockerを用いたCI環境の統一, 組み込み開発特有のCI課題, まとめと今後のステップ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40分（本研修の最重要）／問いかけ例：各ステップで「なぜ今これを？」「実務でどう役立つ？」／注意点：わざとバグを入れる失敗体験を必ず通す。2名のペースを見て、詰まったら画面共有でフォロー。</a:t>
            </a:r>
          </a:p>
          <a:p>
            <a:r>
              <a:t>――――――――――（以下、台本）――――――――――</a:t>
            </a:r>
          </a:p>
          <a:p>
            <a:endParaRPr/>
          </a:p>
          <a:p>
            <a:r>
              <a:t>本研修では、理解を深めるために段階的なハンズオン演習を行う。最初のステップでは、用意されたリポジトリをcloneし、何も変更せずにpushしてCIが成功することを確認する。次に、簡単なコード変更を行い、再度pushしてCIが自動で動作する様子を見る。その後、あえてバグを仕込んでテストを失敗させ、CIが失敗する体験をする。この『失敗体験』は非常に重要であり、CIが問題を早期に検出してくれることを実感できる。最後に、修正を行って再びCIを成功させ、artifactをダウンロードする。講師は、単に手順を説明するのではなく、『なぜここで失敗するのか』『実務ではどう役立つのか』を都度問いかけることで、理解を促進する。ハンズオンを通じて、新人がCI/CDを自分事として捉えられるようになることが狙い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【講師ガイド】想定時間：12分／問いかけ例：「環境を箱に入れる、とはどういうこと？」／注意点：詳細に踏み込みすぎない。『環境差異を減らせる』という理解で十分。発展扱いとする。</a:t>
            </a:r>
          </a:p>
          <a:p>
            <a:r>
              <a:t>――――――――――（以下、台本）――――――――――</a:t>
            </a:r>
          </a:p>
          <a:p>
            <a:endParaRPr/>
          </a:p>
          <a:p>
            <a:r>
              <a:t>実務では、CI環境と開発者のローカル環境の差異が問題になることが多い。その解決策として有効なのがDockerである。本研修では、発展的な内容としてDockerfileを用意し、CIをDockerコンテナ内で実行する構成を紹介する。Dockerを使うことで、使用するOSやコンパイラ、ツールのバージョンを固定でき、『どこで実行しても同じ結果』を保証しやすくなる。組み込み開発では、特定のクロスコンパイラやツールチェーンに依存することが多いため、Dockerとの相性は非常に良い。新人にとってDockerは難しく感じられることもあるが、本研修では『CIの実行環境を箱に入れる』というイメージで説明し、詳細な仕組みには踏み込まない。まずは、『Dockerを使うと環境差異を減らせる』という理解を持ってもらうことが目的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【講師ガイド】想定時間：12分／問いかけ例：「実機テストをCIに入れにくいのはなぜ？」／注意点：『できないからやらない』ではなく『できる範囲から自動化する』姿勢を強調する。</a:t>
            </a:r>
          </a:p>
          <a:p>
            <a:r>
              <a:t>――――――――――（以下、台本）――――――――――</a:t>
            </a:r>
          </a:p>
          <a:p>
            <a:endParaRPr/>
          </a:p>
          <a:p>
            <a:r>
              <a:t>組み込み開発にCI/CDを適用する際には、いくつか特有の課題が存在する。代表的なものがクロスコンパイルであり、ターゲットCPU向けのコンパイラやライブラリをCI環境に用意する必要がある。また、実機を使ったテストは並列実行が難しく、CIとの統合が簡単ではない。さらに、ハードウェア依存のコードはシミュレータやモックを使わないとテストできない場合も多い。本スライドでは、これらの課題を隠さずに紹介した上で、現実的な解決策の方向性を示す。例えば、CIではビルドと静的解析、単体テストまでを行い、実機テストは別フェーズで実施するといった分業が考えられる。重要なのは、『できないからやらない』ではなく、『できる範囲から自動化する』という姿勢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8分／問いかけ例：「今日いちばん『使えそう』と思ったのは？」／注意点：CI/CDは文化であり少しずつ育てるもの、と締める。次の学習（静的解析・カバレッジ・HIL連携）を案内する。</a:t>
            </a:r>
          </a:p>
          <a:p>
            <a:r>
              <a:t>――――――――――（以下、台本）――――――――――</a:t>
            </a:r>
          </a:p>
          <a:p>
            <a:endParaRPr/>
          </a:p>
          <a:p>
            <a:r>
              <a:t>本研修のまとめとして、CI/CDは単なるツールや流行ではなく、品質と生産性を支える文化であることを改めて強調する。新入社員の段階でCI/CDの考え方に触れておくことは、将来どのような現場に配属されても大きな財産となる。本研修で扱った内容はあくまで入門であり、実務では静的解析、カバレッジ計測、レビュー連携など、さらに多くの要素が加わる。しかし、基本となる『自動化』『早期検出』『再現性』の考え方は共通である。今後のステップとして、より複雑なプロジェクトへの適用や、ARM向けクロスコンパイル、HILテストとの連携などを学んでいくことが考えられる。新人には、『CI/CDは難しいから避けるもの』ではなく、『少しずつ育てていくもの』だというメッセージを伝えて研修を締めく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【講師ガイド】想定時間：15分／進め方：1問ずつ口頭で。完璧な用語でなく『自分の言葉』を可とする。詰まったら該当スライドに戻る。注意点：評価で詰めるのでなく理解の定着確認が目的。</a:t>
            </a:r>
          </a:p>
          <a:p>
            <a:r>
              <a:t>――――――――――（以下、台本）――――――――――</a:t>
            </a:r>
          </a:p>
          <a:p>
            <a:r>
              <a:t>研修の到達度を確認する5問。Q1＝CIとCDの違い、Q2＝まずCIログを確認する習慣、Q3＝テスト通過が成果物生成の前提、Q4＝環境差異とDockerの役割、Q5＝実機テストの制約。5問中4問を自分の言葉で説明できれば合格目安。研修後に振り返りメモを残し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3968750" y="1325563"/>
            <a:ext cx="11771313" cy="6621462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806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16797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16797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2DA384-2555-4640-8C99-09C1C01D8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1798" y="6253998"/>
            <a:ext cx="3041068" cy="142858"/>
          </a:xfrm>
          <a:prstGeom prst="rect">
            <a:avLst/>
          </a:prstGeom>
        </p:spPr>
        <p:txBody>
          <a:bodyPr/>
          <a:lstStyle/>
          <a:p>
            <a:pPr marL="7701">
              <a:spcBef>
                <a:spcPts val="33"/>
              </a:spcBef>
            </a:pPr>
            <a:endParaRPr lang="en-US" spc="67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5C59EC-A205-5447-9267-72BEE3C47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altLang="ja-JP" smtClean="0"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584" y="70942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1525" y="1641551"/>
            <a:ext cx="10056667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7D90C965-5489-4DAC-8BB2-1BD899607556}"/>
              </a:ext>
            </a:extLst>
          </p:cNvPr>
          <p:cNvSpPr txBox="1">
            <a:spLocks/>
          </p:cNvSpPr>
          <p:nvPr userDrawn="1"/>
        </p:nvSpPr>
        <p:spPr>
          <a:xfrm>
            <a:off x="716192" y="697612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62886CB6-EECE-4B60-B188-901541C2CAB3}"/>
              </a:ext>
            </a:extLst>
          </p:cNvPr>
          <p:cNvSpPr txBox="1">
            <a:spLocks/>
          </p:cNvSpPr>
          <p:nvPr userDrawn="1"/>
        </p:nvSpPr>
        <p:spPr>
          <a:xfrm>
            <a:off x="685800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5066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orient="horz" pos="792">
          <p15:clr>
            <a:srgbClr val="FBAE40"/>
          </p15:clr>
        </p15:guide>
        <p15:guide id="4" orient="horz" pos="1025">
          <p15:clr>
            <a:srgbClr val="FBAE40"/>
          </p15:clr>
        </p15:guide>
        <p15:guide id="5" orient="horz" pos="3648">
          <p15:clr>
            <a:srgbClr val="FBAE40"/>
          </p15:clr>
        </p15:guide>
        <p15:guide id="6" pos="72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7534" y="682549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3342" y="1447747"/>
            <a:ext cx="10056667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4821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42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685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8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39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7" name="タイトル プレースホルダー 1">
            <a:extLst>
              <a:ext uri="{FF2B5EF4-FFF2-40B4-BE49-F238E27FC236}">
                <a16:creationId xmlns:a16="http://schemas.microsoft.com/office/drawing/2014/main" id="{7F0A0710-1CF3-4179-993F-6AF32C6E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4F3B652A-6B4A-484B-A410-728313E88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43703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7" name="タイトル プレースホルダー 1">
            <a:extLst>
              <a:ext uri="{FF2B5EF4-FFF2-40B4-BE49-F238E27FC236}">
                <a16:creationId xmlns:a16="http://schemas.microsoft.com/office/drawing/2014/main" id="{7F0A0710-1CF3-4179-993F-6AF32C6E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4F3B652A-6B4A-484B-A410-728313E88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5284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8A0C9FF-58F1-CD45-8973-0181D98B6C2D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CFC5492-042F-1A4D-A02F-C6931C05F0A6}"/>
              </a:ext>
            </a:extLst>
          </p:cNvPr>
          <p:cNvGrpSpPr/>
          <p:nvPr userDrawn="1"/>
        </p:nvGrpSpPr>
        <p:grpSpPr>
          <a:xfrm>
            <a:off x="9685658" y="4741537"/>
            <a:ext cx="1910481" cy="1637630"/>
            <a:chOff x="15971246" y="7819145"/>
            <a:chExt cx="3150303" cy="2700573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7C30640-03D2-4B4F-9033-BB67C903DE31}"/>
                </a:ext>
              </a:extLst>
            </p:cNvPr>
            <p:cNvSpPr/>
            <p:nvPr/>
          </p:nvSpPr>
          <p:spPr>
            <a:xfrm>
              <a:off x="15971246" y="7819145"/>
              <a:ext cx="1619885" cy="1915795"/>
            </a:xfrm>
            <a:custGeom>
              <a:avLst/>
              <a:gdLst/>
              <a:ahLst/>
              <a:cxnLst/>
              <a:rect l="l" t="t" r="r" b="b"/>
              <a:pathLst>
                <a:path w="1619884" h="1915795">
                  <a:moveTo>
                    <a:pt x="957782" y="0"/>
                  </a:moveTo>
                  <a:lnTo>
                    <a:pt x="909979" y="1172"/>
                  </a:lnTo>
                  <a:lnTo>
                    <a:pt x="862783" y="4652"/>
                  </a:lnTo>
                  <a:lnTo>
                    <a:pt x="816248" y="10384"/>
                  </a:lnTo>
                  <a:lnTo>
                    <a:pt x="770430" y="18315"/>
                  </a:lnTo>
                  <a:lnTo>
                    <a:pt x="725383" y="28389"/>
                  </a:lnTo>
                  <a:lnTo>
                    <a:pt x="681162" y="40551"/>
                  </a:lnTo>
                  <a:lnTo>
                    <a:pt x="637822" y="54747"/>
                  </a:lnTo>
                  <a:lnTo>
                    <a:pt x="595418" y="70921"/>
                  </a:lnTo>
                  <a:lnTo>
                    <a:pt x="554005" y="89018"/>
                  </a:lnTo>
                  <a:lnTo>
                    <a:pt x="513638" y="108985"/>
                  </a:lnTo>
                  <a:lnTo>
                    <a:pt x="474371" y="130765"/>
                  </a:lnTo>
                  <a:lnTo>
                    <a:pt x="436260" y="154304"/>
                  </a:lnTo>
                  <a:lnTo>
                    <a:pt x="399358" y="179548"/>
                  </a:lnTo>
                  <a:lnTo>
                    <a:pt x="363722" y="206440"/>
                  </a:lnTo>
                  <a:lnTo>
                    <a:pt x="329406" y="234928"/>
                  </a:lnTo>
                  <a:lnTo>
                    <a:pt x="296465" y="264954"/>
                  </a:lnTo>
                  <a:lnTo>
                    <a:pt x="264954" y="296465"/>
                  </a:lnTo>
                  <a:lnTo>
                    <a:pt x="234928" y="329406"/>
                  </a:lnTo>
                  <a:lnTo>
                    <a:pt x="206440" y="363722"/>
                  </a:lnTo>
                  <a:lnTo>
                    <a:pt x="179548" y="399358"/>
                  </a:lnTo>
                  <a:lnTo>
                    <a:pt x="154304" y="436260"/>
                  </a:lnTo>
                  <a:lnTo>
                    <a:pt x="130765" y="474371"/>
                  </a:lnTo>
                  <a:lnTo>
                    <a:pt x="108985" y="513638"/>
                  </a:lnTo>
                  <a:lnTo>
                    <a:pt x="89018" y="554005"/>
                  </a:lnTo>
                  <a:lnTo>
                    <a:pt x="70921" y="595418"/>
                  </a:lnTo>
                  <a:lnTo>
                    <a:pt x="54747" y="637822"/>
                  </a:lnTo>
                  <a:lnTo>
                    <a:pt x="40551" y="681162"/>
                  </a:lnTo>
                  <a:lnTo>
                    <a:pt x="28389" y="725383"/>
                  </a:lnTo>
                  <a:lnTo>
                    <a:pt x="18315" y="770430"/>
                  </a:lnTo>
                  <a:lnTo>
                    <a:pt x="10384" y="816248"/>
                  </a:lnTo>
                  <a:lnTo>
                    <a:pt x="4652" y="862783"/>
                  </a:lnTo>
                  <a:lnTo>
                    <a:pt x="1172" y="909979"/>
                  </a:lnTo>
                  <a:lnTo>
                    <a:pt x="0" y="957782"/>
                  </a:lnTo>
                  <a:lnTo>
                    <a:pt x="1172" y="1005585"/>
                  </a:lnTo>
                  <a:lnTo>
                    <a:pt x="4652" y="1052781"/>
                  </a:lnTo>
                  <a:lnTo>
                    <a:pt x="10384" y="1099316"/>
                  </a:lnTo>
                  <a:lnTo>
                    <a:pt x="18315" y="1145134"/>
                  </a:lnTo>
                  <a:lnTo>
                    <a:pt x="28389" y="1190181"/>
                  </a:lnTo>
                  <a:lnTo>
                    <a:pt x="40551" y="1234402"/>
                  </a:lnTo>
                  <a:lnTo>
                    <a:pt x="54747" y="1277742"/>
                  </a:lnTo>
                  <a:lnTo>
                    <a:pt x="70921" y="1320146"/>
                  </a:lnTo>
                  <a:lnTo>
                    <a:pt x="89018" y="1361559"/>
                  </a:lnTo>
                  <a:lnTo>
                    <a:pt x="108985" y="1401926"/>
                  </a:lnTo>
                  <a:lnTo>
                    <a:pt x="130765" y="1441193"/>
                  </a:lnTo>
                  <a:lnTo>
                    <a:pt x="154304" y="1479304"/>
                  </a:lnTo>
                  <a:lnTo>
                    <a:pt x="179548" y="1516205"/>
                  </a:lnTo>
                  <a:lnTo>
                    <a:pt x="206440" y="1551841"/>
                  </a:lnTo>
                  <a:lnTo>
                    <a:pt x="234928" y="1586157"/>
                  </a:lnTo>
                  <a:lnTo>
                    <a:pt x="264954" y="1619098"/>
                  </a:lnTo>
                  <a:lnTo>
                    <a:pt x="296465" y="1650610"/>
                  </a:lnTo>
                  <a:lnTo>
                    <a:pt x="329406" y="1680636"/>
                  </a:lnTo>
                  <a:lnTo>
                    <a:pt x="363722" y="1709123"/>
                  </a:lnTo>
                  <a:lnTo>
                    <a:pt x="399358" y="1736016"/>
                  </a:lnTo>
                  <a:lnTo>
                    <a:pt x="436260" y="1761259"/>
                  </a:lnTo>
                  <a:lnTo>
                    <a:pt x="474371" y="1784799"/>
                  </a:lnTo>
                  <a:lnTo>
                    <a:pt x="513638" y="1806579"/>
                  </a:lnTo>
                  <a:lnTo>
                    <a:pt x="554005" y="1826545"/>
                  </a:lnTo>
                  <a:lnTo>
                    <a:pt x="595418" y="1844643"/>
                  </a:lnTo>
                  <a:lnTo>
                    <a:pt x="637822" y="1860817"/>
                  </a:lnTo>
                  <a:lnTo>
                    <a:pt x="681162" y="1875013"/>
                  </a:lnTo>
                  <a:lnTo>
                    <a:pt x="725383" y="1887175"/>
                  </a:lnTo>
                  <a:lnTo>
                    <a:pt x="770430" y="1897249"/>
                  </a:lnTo>
                  <a:lnTo>
                    <a:pt x="816248" y="1905179"/>
                  </a:lnTo>
                  <a:lnTo>
                    <a:pt x="862783" y="1910912"/>
                  </a:lnTo>
                  <a:lnTo>
                    <a:pt x="909979" y="1914392"/>
                  </a:lnTo>
                  <a:lnTo>
                    <a:pt x="957782" y="1915564"/>
                  </a:lnTo>
                  <a:lnTo>
                    <a:pt x="1008840" y="1914224"/>
                  </a:lnTo>
                  <a:lnTo>
                    <a:pt x="1059197" y="1910249"/>
                  </a:lnTo>
                  <a:lnTo>
                    <a:pt x="1108786" y="1903705"/>
                  </a:lnTo>
                  <a:lnTo>
                    <a:pt x="1157541" y="1894662"/>
                  </a:lnTo>
                  <a:lnTo>
                    <a:pt x="1205395" y="1883187"/>
                  </a:lnTo>
                  <a:lnTo>
                    <a:pt x="1252283" y="1869346"/>
                  </a:lnTo>
                  <a:lnTo>
                    <a:pt x="1298139" y="1853209"/>
                  </a:lnTo>
                  <a:lnTo>
                    <a:pt x="1342895" y="1834841"/>
                  </a:lnTo>
                  <a:lnTo>
                    <a:pt x="1386485" y="1814312"/>
                  </a:lnTo>
                  <a:lnTo>
                    <a:pt x="1428844" y="1791688"/>
                  </a:lnTo>
                  <a:lnTo>
                    <a:pt x="1469906" y="1767038"/>
                  </a:lnTo>
                  <a:lnTo>
                    <a:pt x="1509603" y="1740428"/>
                  </a:lnTo>
                  <a:lnTo>
                    <a:pt x="1547869" y="1711927"/>
                  </a:lnTo>
                  <a:lnTo>
                    <a:pt x="1584639" y="1681602"/>
                  </a:lnTo>
                  <a:lnTo>
                    <a:pt x="1619845" y="1649520"/>
                  </a:lnTo>
                  <a:lnTo>
                    <a:pt x="1586512" y="1616008"/>
                  </a:lnTo>
                  <a:lnTo>
                    <a:pt x="1554850" y="1580897"/>
                  </a:lnTo>
                  <a:lnTo>
                    <a:pt x="1524927" y="1544251"/>
                  </a:lnTo>
                  <a:lnTo>
                    <a:pt x="1496807" y="1506136"/>
                  </a:lnTo>
                  <a:lnTo>
                    <a:pt x="1470558" y="1466617"/>
                  </a:lnTo>
                  <a:lnTo>
                    <a:pt x="1446245" y="1425758"/>
                  </a:lnTo>
                  <a:lnTo>
                    <a:pt x="1423934" y="1383625"/>
                  </a:lnTo>
                  <a:lnTo>
                    <a:pt x="1403691" y="1340282"/>
                  </a:lnTo>
                  <a:lnTo>
                    <a:pt x="1385582" y="1295794"/>
                  </a:lnTo>
                  <a:lnTo>
                    <a:pt x="1369674" y="1250227"/>
                  </a:lnTo>
                  <a:lnTo>
                    <a:pt x="1356032" y="1203644"/>
                  </a:lnTo>
                  <a:lnTo>
                    <a:pt x="1344722" y="1156112"/>
                  </a:lnTo>
                  <a:lnTo>
                    <a:pt x="1335811" y="1107695"/>
                  </a:lnTo>
                  <a:lnTo>
                    <a:pt x="1329364" y="1058457"/>
                  </a:lnTo>
                  <a:lnTo>
                    <a:pt x="1325447" y="1008465"/>
                  </a:lnTo>
                  <a:lnTo>
                    <a:pt x="1324127" y="957782"/>
                  </a:lnTo>
                  <a:lnTo>
                    <a:pt x="1325624" y="904469"/>
                  </a:lnTo>
                  <a:lnTo>
                    <a:pt x="1330035" y="851938"/>
                  </a:lnTo>
                  <a:lnTo>
                    <a:pt x="1337238" y="800250"/>
                  </a:lnTo>
                  <a:lnTo>
                    <a:pt x="1347110" y="749464"/>
                  </a:lnTo>
                  <a:lnTo>
                    <a:pt x="752605" y="749464"/>
                  </a:lnTo>
                  <a:lnTo>
                    <a:pt x="752605" y="1166100"/>
                  </a:lnTo>
                  <a:lnTo>
                    <a:pt x="934207" y="1166359"/>
                  </a:lnTo>
                  <a:lnTo>
                    <a:pt x="1031259" y="1166800"/>
                  </a:lnTo>
                  <a:lnTo>
                    <a:pt x="1076624" y="1167742"/>
                  </a:lnTo>
                  <a:lnTo>
                    <a:pt x="1135383" y="1173609"/>
                  </a:lnTo>
                  <a:lnTo>
                    <a:pt x="1187269" y="1191141"/>
                  </a:lnTo>
                  <a:lnTo>
                    <a:pt x="1234544" y="1238121"/>
                  </a:lnTo>
                  <a:lnTo>
                    <a:pt x="1251633" y="1276798"/>
                  </a:lnTo>
                  <a:lnTo>
                    <a:pt x="1257635" y="1318601"/>
                  </a:lnTo>
                  <a:lnTo>
                    <a:pt x="1251511" y="1360586"/>
                  </a:lnTo>
                  <a:lnTo>
                    <a:pt x="1233632" y="1397762"/>
                  </a:lnTo>
                  <a:lnTo>
                    <a:pt x="1206753" y="1427435"/>
                  </a:lnTo>
                  <a:lnTo>
                    <a:pt x="1173341" y="1450327"/>
                  </a:lnTo>
                  <a:lnTo>
                    <a:pt x="1135860" y="1467159"/>
                  </a:lnTo>
                  <a:lnTo>
                    <a:pt x="1093287" y="1480106"/>
                  </a:lnTo>
                  <a:lnTo>
                    <a:pt x="1049318" y="1489580"/>
                  </a:lnTo>
                  <a:lnTo>
                    <a:pt x="1004101" y="1495398"/>
                  </a:lnTo>
                  <a:lnTo>
                    <a:pt x="957782" y="1497378"/>
                  </a:lnTo>
                  <a:lnTo>
                    <a:pt x="908667" y="1495173"/>
                  </a:lnTo>
                  <a:lnTo>
                    <a:pt x="860788" y="1488684"/>
                  </a:lnTo>
                  <a:lnTo>
                    <a:pt x="814335" y="1478102"/>
                  </a:lnTo>
                  <a:lnTo>
                    <a:pt x="769499" y="1463618"/>
                  </a:lnTo>
                  <a:lnTo>
                    <a:pt x="726469" y="1445423"/>
                  </a:lnTo>
                  <a:lnTo>
                    <a:pt x="685437" y="1423705"/>
                  </a:lnTo>
                  <a:lnTo>
                    <a:pt x="646592" y="1398657"/>
                  </a:lnTo>
                  <a:lnTo>
                    <a:pt x="610126" y="1370469"/>
                  </a:lnTo>
                  <a:lnTo>
                    <a:pt x="576229" y="1339330"/>
                  </a:lnTo>
                  <a:lnTo>
                    <a:pt x="545092" y="1305433"/>
                  </a:lnTo>
                  <a:lnTo>
                    <a:pt x="516904" y="1268967"/>
                  </a:lnTo>
                  <a:lnTo>
                    <a:pt x="491856" y="1230122"/>
                  </a:lnTo>
                  <a:lnTo>
                    <a:pt x="470139" y="1189090"/>
                  </a:lnTo>
                  <a:lnTo>
                    <a:pt x="451944" y="1146061"/>
                  </a:lnTo>
                  <a:lnTo>
                    <a:pt x="437461" y="1101225"/>
                  </a:lnTo>
                  <a:lnTo>
                    <a:pt x="426879" y="1054772"/>
                  </a:lnTo>
                  <a:lnTo>
                    <a:pt x="420391" y="1006895"/>
                  </a:lnTo>
                  <a:lnTo>
                    <a:pt x="418186" y="957782"/>
                  </a:lnTo>
                  <a:lnTo>
                    <a:pt x="420391" y="908667"/>
                  </a:lnTo>
                  <a:lnTo>
                    <a:pt x="426879" y="860788"/>
                  </a:lnTo>
                  <a:lnTo>
                    <a:pt x="437461" y="814335"/>
                  </a:lnTo>
                  <a:lnTo>
                    <a:pt x="451944" y="769497"/>
                  </a:lnTo>
                  <a:lnTo>
                    <a:pt x="470139" y="726467"/>
                  </a:lnTo>
                  <a:lnTo>
                    <a:pt x="491856" y="685434"/>
                  </a:lnTo>
                  <a:lnTo>
                    <a:pt x="516904" y="646589"/>
                  </a:lnTo>
                  <a:lnTo>
                    <a:pt x="545092" y="610122"/>
                  </a:lnTo>
                  <a:lnTo>
                    <a:pt x="576229" y="576224"/>
                  </a:lnTo>
                  <a:lnTo>
                    <a:pt x="610126" y="545085"/>
                  </a:lnTo>
                  <a:lnTo>
                    <a:pt x="646592" y="516897"/>
                  </a:lnTo>
                  <a:lnTo>
                    <a:pt x="685437" y="491848"/>
                  </a:lnTo>
                  <a:lnTo>
                    <a:pt x="726469" y="470131"/>
                  </a:lnTo>
                  <a:lnTo>
                    <a:pt x="769499" y="451935"/>
                  </a:lnTo>
                  <a:lnTo>
                    <a:pt x="814335" y="437451"/>
                  </a:lnTo>
                  <a:lnTo>
                    <a:pt x="860788" y="426869"/>
                  </a:lnTo>
                  <a:lnTo>
                    <a:pt x="908667" y="420380"/>
                  </a:lnTo>
                  <a:lnTo>
                    <a:pt x="957782" y="418175"/>
                  </a:lnTo>
                  <a:lnTo>
                    <a:pt x="1009038" y="420581"/>
                  </a:lnTo>
                  <a:lnTo>
                    <a:pt x="1058932" y="427654"/>
                  </a:lnTo>
                  <a:lnTo>
                    <a:pt x="1107249" y="439174"/>
                  </a:lnTo>
                  <a:lnTo>
                    <a:pt x="1153773" y="454925"/>
                  </a:lnTo>
                  <a:lnTo>
                    <a:pt x="1198288" y="474688"/>
                  </a:lnTo>
                  <a:lnTo>
                    <a:pt x="1240579" y="498244"/>
                  </a:lnTo>
                  <a:lnTo>
                    <a:pt x="1280430" y="525376"/>
                  </a:lnTo>
                  <a:lnTo>
                    <a:pt x="1317627" y="555866"/>
                  </a:lnTo>
                  <a:lnTo>
                    <a:pt x="1351953" y="589494"/>
                  </a:lnTo>
                  <a:lnTo>
                    <a:pt x="1383193" y="626043"/>
                  </a:lnTo>
                  <a:lnTo>
                    <a:pt x="1401281" y="580701"/>
                  </a:lnTo>
                  <a:lnTo>
                    <a:pt x="1421585" y="536540"/>
                  </a:lnTo>
                  <a:lnTo>
                    <a:pt x="1444035" y="493628"/>
                  </a:lnTo>
                  <a:lnTo>
                    <a:pt x="1468561" y="452028"/>
                  </a:lnTo>
                  <a:lnTo>
                    <a:pt x="1495091" y="411808"/>
                  </a:lnTo>
                  <a:lnTo>
                    <a:pt x="1523556" y="373033"/>
                  </a:lnTo>
                  <a:lnTo>
                    <a:pt x="1553883" y="335768"/>
                  </a:lnTo>
                  <a:lnTo>
                    <a:pt x="1586003" y="300079"/>
                  </a:lnTo>
                  <a:lnTo>
                    <a:pt x="1619845" y="266033"/>
                  </a:lnTo>
                  <a:lnTo>
                    <a:pt x="1584639" y="233954"/>
                  </a:lnTo>
                  <a:lnTo>
                    <a:pt x="1547869" y="203630"/>
                  </a:lnTo>
                  <a:lnTo>
                    <a:pt x="1509603" y="175130"/>
                  </a:lnTo>
                  <a:lnTo>
                    <a:pt x="1469906" y="148522"/>
                  </a:lnTo>
                  <a:lnTo>
                    <a:pt x="1428844" y="123872"/>
                  </a:lnTo>
                  <a:lnTo>
                    <a:pt x="1386485" y="101250"/>
                  </a:lnTo>
                  <a:lnTo>
                    <a:pt x="1342895" y="80721"/>
                  </a:lnTo>
                  <a:lnTo>
                    <a:pt x="1298139" y="62354"/>
                  </a:lnTo>
                  <a:lnTo>
                    <a:pt x="1252283" y="46217"/>
                  </a:lnTo>
                  <a:lnTo>
                    <a:pt x="1205395" y="32377"/>
                  </a:lnTo>
                  <a:lnTo>
                    <a:pt x="1157541" y="20901"/>
                  </a:lnTo>
                  <a:lnTo>
                    <a:pt x="1108786" y="11858"/>
                  </a:lnTo>
                  <a:lnTo>
                    <a:pt x="1059197" y="5315"/>
                  </a:lnTo>
                  <a:lnTo>
                    <a:pt x="1008840" y="1340"/>
                  </a:lnTo>
                  <a:lnTo>
                    <a:pt x="957782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BD55A7A-B4CE-8646-A48C-9CEEEDC3DEC2}"/>
                </a:ext>
              </a:extLst>
            </p:cNvPr>
            <p:cNvSpPr/>
            <p:nvPr/>
          </p:nvSpPr>
          <p:spPr>
            <a:xfrm>
              <a:off x="17977795" y="8501560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79">
                  <a:moveTo>
                    <a:pt x="275363" y="0"/>
                  </a:moveTo>
                  <a:lnTo>
                    <a:pt x="225866" y="4436"/>
                  </a:lnTo>
                  <a:lnTo>
                    <a:pt x="179280" y="17228"/>
                  </a:lnTo>
                  <a:lnTo>
                    <a:pt x="136382" y="37597"/>
                  </a:lnTo>
                  <a:lnTo>
                    <a:pt x="97950" y="64765"/>
                  </a:lnTo>
                  <a:lnTo>
                    <a:pt x="64761" y="97954"/>
                  </a:lnTo>
                  <a:lnTo>
                    <a:pt x="37595" y="136386"/>
                  </a:lnTo>
                  <a:lnTo>
                    <a:pt x="17227" y="179284"/>
                  </a:lnTo>
                  <a:lnTo>
                    <a:pt x="4436" y="225869"/>
                  </a:lnTo>
                  <a:lnTo>
                    <a:pt x="0" y="275363"/>
                  </a:lnTo>
                  <a:lnTo>
                    <a:pt x="4436" y="324860"/>
                  </a:lnTo>
                  <a:lnTo>
                    <a:pt x="17227" y="371446"/>
                  </a:lnTo>
                  <a:lnTo>
                    <a:pt x="37595" y="414344"/>
                  </a:lnTo>
                  <a:lnTo>
                    <a:pt x="64761" y="452776"/>
                  </a:lnTo>
                  <a:lnTo>
                    <a:pt x="97950" y="485964"/>
                  </a:lnTo>
                  <a:lnTo>
                    <a:pt x="136382" y="513131"/>
                  </a:lnTo>
                  <a:lnTo>
                    <a:pt x="179280" y="533499"/>
                  </a:lnTo>
                  <a:lnTo>
                    <a:pt x="225866" y="546290"/>
                  </a:lnTo>
                  <a:lnTo>
                    <a:pt x="275363" y="550726"/>
                  </a:lnTo>
                  <a:lnTo>
                    <a:pt x="324860" y="546290"/>
                  </a:lnTo>
                  <a:lnTo>
                    <a:pt x="371446" y="533499"/>
                  </a:lnTo>
                  <a:lnTo>
                    <a:pt x="414344" y="513131"/>
                  </a:lnTo>
                  <a:lnTo>
                    <a:pt x="452776" y="485964"/>
                  </a:lnTo>
                  <a:lnTo>
                    <a:pt x="485964" y="452776"/>
                  </a:lnTo>
                  <a:lnTo>
                    <a:pt x="513131" y="414344"/>
                  </a:lnTo>
                  <a:lnTo>
                    <a:pt x="533499" y="371446"/>
                  </a:lnTo>
                  <a:lnTo>
                    <a:pt x="546290" y="324860"/>
                  </a:lnTo>
                  <a:lnTo>
                    <a:pt x="550726" y="275363"/>
                  </a:lnTo>
                  <a:lnTo>
                    <a:pt x="546290" y="225869"/>
                  </a:lnTo>
                  <a:lnTo>
                    <a:pt x="533499" y="179284"/>
                  </a:lnTo>
                  <a:lnTo>
                    <a:pt x="513131" y="136386"/>
                  </a:lnTo>
                  <a:lnTo>
                    <a:pt x="485964" y="97954"/>
                  </a:lnTo>
                  <a:lnTo>
                    <a:pt x="452776" y="64765"/>
                  </a:lnTo>
                  <a:lnTo>
                    <a:pt x="414344" y="37597"/>
                  </a:lnTo>
                  <a:lnTo>
                    <a:pt x="371446" y="17228"/>
                  </a:lnTo>
                  <a:lnTo>
                    <a:pt x="324860" y="4436"/>
                  </a:lnTo>
                  <a:lnTo>
                    <a:pt x="275363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96C9BB6-7CFF-4F4B-AFF0-043B37ACA0F2}"/>
                </a:ext>
              </a:extLst>
            </p:cNvPr>
            <p:cNvSpPr/>
            <p:nvPr/>
          </p:nvSpPr>
          <p:spPr>
            <a:xfrm>
              <a:off x="17023886" y="10074883"/>
              <a:ext cx="379095" cy="427990"/>
            </a:xfrm>
            <a:custGeom>
              <a:avLst/>
              <a:gdLst/>
              <a:ahLst/>
              <a:cxnLst/>
              <a:rect l="l" t="t" r="r" b="b"/>
              <a:pathLst>
                <a:path w="379094" h="427990">
                  <a:moveTo>
                    <a:pt x="372302" y="0"/>
                  </a:moveTo>
                  <a:lnTo>
                    <a:pt x="364271" y="0"/>
                  </a:lnTo>
                  <a:lnTo>
                    <a:pt x="283048" y="0"/>
                  </a:lnTo>
                  <a:lnTo>
                    <a:pt x="276536" y="6512"/>
                  </a:lnTo>
                  <a:lnTo>
                    <a:pt x="276536" y="254599"/>
                  </a:lnTo>
                  <a:lnTo>
                    <a:pt x="273122" y="255573"/>
                  </a:lnTo>
                  <a:lnTo>
                    <a:pt x="116928" y="4334"/>
                  </a:lnTo>
                  <a:lnTo>
                    <a:pt x="109138" y="0"/>
                  </a:lnTo>
                  <a:lnTo>
                    <a:pt x="651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12" y="427924"/>
                  </a:lnTo>
                  <a:lnTo>
                    <a:pt x="95756" y="427924"/>
                  </a:lnTo>
                  <a:lnTo>
                    <a:pt x="102269" y="421411"/>
                  </a:lnTo>
                  <a:lnTo>
                    <a:pt x="102269" y="167638"/>
                  </a:lnTo>
                  <a:lnTo>
                    <a:pt x="105682" y="166665"/>
                  </a:lnTo>
                  <a:lnTo>
                    <a:pt x="264693" y="422573"/>
                  </a:lnTo>
                  <a:lnTo>
                    <a:pt x="272379" y="426897"/>
                  </a:lnTo>
                  <a:lnTo>
                    <a:pt x="372219" y="427850"/>
                  </a:lnTo>
                  <a:lnTo>
                    <a:pt x="378815" y="421317"/>
                  </a:lnTo>
                  <a:lnTo>
                    <a:pt x="378815" y="6512"/>
                  </a:lnTo>
                  <a:lnTo>
                    <a:pt x="37230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1C9CE851-8646-544F-9209-6CE440E484CE}"/>
                </a:ext>
              </a:extLst>
            </p:cNvPr>
            <p:cNvSpPr/>
            <p:nvPr/>
          </p:nvSpPr>
          <p:spPr>
            <a:xfrm>
              <a:off x="17909254" y="10074885"/>
              <a:ext cx="332105" cy="427990"/>
            </a:xfrm>
            <a:custGeom>
              <a:avLst/>
              <a:gdLst/>
              <a:ahLst/>
              <a:cxnLst/>
              <a:rect l="l" t="t" r="r" b="b"/>
              <a:pathLst>
                <a:path w="332105" h="427990">
                  <a:moveTo>
                    <a:pt x="325539" y="0"/>
                  </a:moveTo>
                  <a:lnTo>
                    <a:pt x="6512" y="0"/>
                  </a:lnTo>
                  <a:lnTo>
                    <a:pt x="0" y="6512"/>
                  </a:lnTo>
                  <a:lnTo>
                    <a:pt x="0" y="92416"/>
                  </a:lnTo>
                  <a:lnTo>
                    <a:pt x="6512" y="98928"/>
                  </a:lnTo>
                  <a:lnTo>
                    <a:pt x="14544" y="98928"/>
                  </a:lnTo>
                  <a:lnTo>
                    <a:pt x="112551" y="98928"/>
                  </a:lnTo>
                  <a:lnTo>
                    <a:pt x="114876" y="101253"/>
                  </a:lnTo>
                  <a:lnTo>
                    <a:pt x="114876" y="421411"/>
                  </a:lnTo>
                  <a:lnTo>
                    <a:pt x="121388" y="427924"/>
                  </a:lnTo>
                  <a:lnTo>
                    <a:pt x="210642" y="427924"/>
                  </a:lnTo>
                  <a:lnTo>
                    <a:pt x="217155" y="421411"/>
                  </a:lnTo>
                  <a:lnTo>
                    <a:pt x="217155" y="101253"/>
                  </a:lnTo>
                  <a:lnTo>
                    <a:pt x="219480" y="98928"/>
                  </a:lnTo>
                  <a:lnTo>
                    <a:pt x="325539" y="98928"/>
                  </a:lnTo>
                  <a:lnTo>
                    <a:pt x="332042" y="92416"/>
                  </a:lnTo>
                  <a:lnTo>
                    <a:pt x="332042" y="6512"/>
                  </a:lnTo>
                  <a:lnTo>
                    <a:pt x="32553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0BE1CA6B-21EE-294F-AE79-4C005A445543}"/>
                </a:ext>
              </a:extLst>
            </p:cNvPr>
            <p:cNvSpPr/>
            <p:nvPr/>
          </p:nvSpPr>
          <p:spPr>
            <a:xfrm>
              <a:off x="16591795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27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0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69" y="326670"/>
                  </a:lnTo>
                  <a:lnTo>
                    <a:pt x="10226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69" y="160979"/>
                  </a:lnTo>
                  <a:lnTo>
                    <a:pt x="102269" y="101253"/>
                  </a:lnTo>
                  <a:lnTo>
                    <a:pt x="104604" y="98928"/>
                  </a:lnTo>
                  <a:lnTo>
                    <a:pt x="315927" y="98928"/>
                  </a:lnTo>
                  <a:lnTo>
                    <a:pt x="322440" y="92416"/>
                  </a:lnTo>
                  <a:lnTo>
                    <a:pt x="322440" y="6512"/>
                  </a:lnTo>
                  <a:lnTo>
                    <a:pt x="31592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1D428986-EB66-5842-B6A5-D26A5C2B152A}"/>
                </a:ext>
              </a:extLst>
            </p:cNvPr>
            <p:cNvSpPr/>
            <p:nvPr/>
          </p:nvSpPr>
          <p:spPr>
            <a:xfrm>
              <a:off x="17536679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38" y="0"/>
                  </a:moveTo>
                  <a:lnTo>
                    <a:pt x="651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1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79" y="326670"/>
                  </a:lnTo>
                  <a:lnTo>
                    <a:pt x="10227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79" y="160979"/>
                  </a:lnTo>
                  <a:lnTo>
                    <a:pt x="102279" y="101253"/>
                  </a:lnTo>
                  <a:lnTo>
                    <a:pt x="104604" y="98928"/>
                  </a:lnTo>
                  <a:lnTo>
                    <a:pt x="315938" y="98928"/>
                  </a:lnTo>
                  <a:lnTo>
                    <a:pt x="322450" y="92416"/>
                  </a:lnTo>
                  <a:lnTo>
                    <a:pt x="322450" y="6512"/>
                  </a:lnTo>
                  <a:lnTo>
                    <a:pt x="315938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B4CB2ACF-9771-FB43-A40B-69CA07668469}"/>
                </a:ext>
              </a:extLst>
            </p:cNvPr>
            <p:cNvSpPr/>
            <p:nvPr/>
          </p:nvSpPr>
          <p:spPr>
            <a:xfrm>
              <a:off x="18300926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27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0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69" y="326670"/>
                  </a:lnTo>
                  <a:lnTo>
                    <a:pt x="10226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69" y="160979"/>
                  </a:lnTo>
                  <a:lnTo>
                    <a:pt x="102269" y="101253"/>
                  </a:lnTo>
                  <a:lnTo>
                    <a:pt x="104604" y="98928"/>
                  </a:lnTo>
                  <a:lnTo>
                    <a:pt x="315927" y="98928"/>
                  </a:lnTo>
                  <a:lnTo>
                    <a:pt x="322440" y="92416"/>
                  </a:lnTo>
                  <a:lnTo>
                    <a:pt x="322440" y="6512"/>
                  </a:lnTo>
                  <a:lnTo>
                    <a:pt x="31592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A8E654FD-742E-EC44-865B-23F84DDAD9EA}"/>
                </a:ext>
              </a:extLst>
            </p:cNvPr>
            <p:cNvSpPr/>
            <p:nvPr/>
          </p:nvSpPr>
          <p:spPr>
            <a:xfrm>
              <a:off x="18689749" y="10058709"/>
              <a:ext cx="431800" cy="460375"/>
            </a:xfrm>
            <a:custGeom>
              <a:avLst/>
              <a:gdLst/>
              <a:ahLst/>
              <a:cxnLst/>
              <a:rect l="l" t="t" r="r" b="b"/>
              <a:pathLst>
                <a:path w="431800" h="460375">
                  <a:moveTo>
                    <a:pt x="229972" y="0"/>
                  </a:moveTo>
                  <a:lnTo>
                    <a:pt x="188090" y="3757"/>
                  </a:lnTo>
                  <a:lnTo>
                    <a:pt x="147023" y="14938"/>
                  </a:lnTo>
                  <a:lnTo>
                    <a:pt x="108238" y="33402"/>
                  </a:lnTo>
                  <a:lnTo>
                    <a:pt x="73207" y="59011"/>
                  </a:lnTo>
                  <a:lnTo>
                    <a:pt x="43398" y="91626"/>
                  </a:lnTo>
                  <a:lnTo>
                    <a:pt x="20280" y="131108"/>
                  </a:lnTo>
                  <a:lnTo>
                    <a:pt x="5324" y="177318"/>
                  </a:lnTo>
                  <a:lnTo>
                    <a:pt x="0" y="230118"/>
                  </a:lnTo>
                  <a:lnTo>
                    <a:pt x="5324" y="283026"/>
                  </a:lnTo>
                  <a:lnTo>
                    <a:pt x="20280" y="329239"/>
                  </a:lnTo>
                  <a:lnTo>
                    <a:pt x="43398" y="368723"/>
                  </a:lnTo>
                  <a:lnTo>
                    <a:pt x="73207" y="401339"/>
                  </a:lnTo>
                  <a:lnTo>
                    <a:pt x="108238" y="426949"/>
                  </a:lnTo>
                  <a:lnTo>
                    <a:pt x="147023" y="445414"/>
                  </a:lnTo>
                  <a:lnTo>
                    <a:pt x="188090" y="456594"/>
                  </a:lnTo>
                  <a:lnTo>
                    <a:pt x="229972" y="460352"/>
                  </a:lnTo>
                  <a:lnTo>
                    <a:pt x="281744" y="454715"/>
                  </a:lnTo>
                  <a:lnTo>
                    <a:pt x="329284" y="438548"/>
                  </a:lnTo>
                  <a:lnTo>
                    <a:pt x="370923" y="412967"/>
                  </a:lnTo>
                  <a:lnTo>
                    <a:pt x="404991" y="379086"/>
                  </a:lnTo>
                  <a:lnTo>
                    <a:pt x="429819" y="338021"/>
                  </a:lnTo>
                  <a:lnTo>
                    <a:pt x="431199" y="331707"/>
                  </a:lnTo>
                  <a:lnTo>
                    <a:pt x="430043" y="325593"/>
                  </a:lnTo>
                  <a:lnTo>
                    <a:pt x="426631" y="320400"/>
                  </a:lnTo>
                  <a:lnTo>
                    <a:pt x="421243" y="316848"/>
                  </a:lnTo>
                  <a:lnTo>
                    <a:pt x="352271" y="289582"/>
                  </a:lnTo>
                  <a:lnTo>
                    <a:pt x="345350" y="286839"/>
                  </a:lnTo>
                  <a:lnTo>
                    <a:pt x="337340" y="289614"/>
                  </a:lnTo>
                  <a:lnTo>
                    <a:pt x="333895" y="296210"/>
                  </a:lnTo>
                  <a:lnTo>
                    <a:pt x="315555" y="322855"/>
                  </a:lnTo>
                  <a:lnTo>
                    <a:pt x="292377" y="341587"/>
                  </a:lnTo>
                  <a:lnTo>
                    <a:pt x="263990" y="352649"/>
                  </a:lnTo>
                  <a:lnTo>
                    <a:pt x="230024" y="356282"/>
                  </a:lnTo>
                  <a:lnTo>
                    <a:pt x="192734" y="349588"/>
                  </a:lnTo>
                  <a:lnTo>
                    <a:pt x="155546" y="327921"/>
                  </a:lnTo>
                  <a:lnTo>
                    <a:pt x="126982" y="288908"/>
                  </a:lnTo>
                  <a:lnTo>
                    <a:pt x="115567" y="230171"/>
                  </a:lnTo>
                  <a:lnTo>
                    <a:pt x="126982" y="171433"/>
                  </a:lnTo>
                  <a:lnTo>
                    <a:pt x="155546" y="132420"/>
                  </a:lnTo>
                  <a:lnTo>
                    <a:pt x="192734" y="110753"/>
                  </a:lnTo>
                  <a:lnTo>
                    <a:pt x="230024" y="104059"/>
                  </a:lnTo>
                  <a:lnTo>
                    <a:pt x="263990" y="107693"/>
                  </a:lnTo>
                  <a:lnTo>
                    <a:pt x="292377" y="118755"/>
                  </a:lnTo>
                  <a:lnTo>
                    <a:pt x="315555" y="137490"/>
                  </a:lnTo>
                  <a:lnTo>
                    <a:pt x="333895" y="164141"/>
                  </a:lnTo>
                  <a:lnTo>
                    <a:pt x="337340" y="170727"/>
                  </a:lnTo>
                  <a:lnTo>
                    <a:pt x="345350" y="173502"/>
                  </a:lnTo>
                  <a:lnTo>
                    <a:pt x="421243" y="143493"/>
                  </a:lnTo>
                  <a:lnTo>
                    <a:pt x="426631" y="139946"/>
                  </a:lnTo>
                  <a:lnTo>
                    <a:pt x="430043" y="134752"/>
                  </a:lnTo>
                  <a:lnTo>
                    <a:pt x="431199" y="128635"/>
                  </a:lnTo>
                  <a:lnTo>
                    <a:pt x="429819" y="122320"/>
                  </a:lnTo>
                  <a:lnTo>
                    <a:pt x="404991" y="81260"/>
                  </a:lnTo>
                  <a:lnTo>
                    <a:pt x="370923" y="47382"/>
                  </a:lnTo>
                  <a:lnTo>
                    <a:pt x="329284" y="21802"/>
                  </a:lnTo>
                  <a:lnTo>
                    <a:pt x="281744" y="5636"/>
                  </a:lnTo>
                  <a:lnTo>
                    <a:pt x="22997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7A832EAB-2F45-7E40-81F5-4EC3AC3028F5}"/>
                </a:ext>
              </a:extLst>
            </p:cNvPr>
            <p:cNvSpPr/>
            <p:nvPr/>
          </p:nvSpPr>
          <p:spPr>
            <a:xfrm>
              <a:off x="16061236" y="10058709"/>
              <a:ext cx="422909" cy="461009"/>
            </a:xfrm>
            <a:custGeom>
              <a:avLst/>
              <a:gdLst/>
              <a:ahLst/>
              <a:cxnLst/>
              <a:rect l="l" t="t" r="r" b="b"/>
              <a:pathLst>
                <a:path w="422909" h="461009">
                  <a:moveTo>
                    <a:pt x="229982" y="0"/>
                  </a:moveTo>
                  <a:lnTo>
                    <a:pt x="188092" y="3759"/>
                  </a:lnTo>
                  <a:lnTo>
                    <a:pt x="147015" y="14944"/>
                  </a:lnTo>
                  <a:lnTo>
                    <a:pt x="108222" y="33416"/>
                  </a:lnTo>
                  <a:lnTo>
                    <a:pt x="73184" y="59036"/>
                  </a:lnTo>
                  <a:lnTo>
                    <a:pt x="43372" y="91665"/>
                  </a:lnTo>
                  <a:lnTo>
                    <a:pt x="20257" y="131165"/>
                  </a:lnTo>
                  <a:lnTo>
                    <a:pt x="5309" y="177398"/>
                  </a:lnTo>
                  <a:lnTo>
                    <a:pt x="0" y="230223"/>
                  </a:lnTo>
                  <a:lnTo>
                    <a:pt x="5676" y="282396"/>
                  </a:lnTo>
                  <a:lnTo>
                    <a:pt x="21592" y="328337"/>
                  </a:lnTo>
                  <a:lnTo>
                    <a:pt x="46082" y="367822"/>
                  </a:lnTo>
                  <a:lnTo>
                    <a:pt x="77476" y="400629"/>
                  </a:lnTo>
                  <a:lnTo>
                    <a:pt x="114108" y="426533"/>
                  </a:lnTo>
                  <a:lnTo>
                    <a:pt x="154308" y="445312"/>
                  </a:lnTo>
                  <a:lnTo>
                    <a:pt x="196410" y="456743"/>
                  </a:lnTo>
                  <a:lnTo>
                    <a:pt x="238746" y="460603"/>
                  </a:lnTo>
                  <a:lnTo>
                    <a:pt x="287952" y="457484"/>
                  </a:lnTo>
                  <a:lnTo>
                    <a:pt x="333557" y="448157"/>
                  </a:lnTo>
                  <a:lnTo>
                    <a:pt x="375162" y="432672"/>
                  </a:lnTo>
                  <a:lnTo>
                    <a:pt x="412364" y="411076"/>
                  </a:lnTo>
                  <a:lnTo>
                    <a:pt x="422500" y="399150"/>
                  </a:lnTo>
                  <a:lnTo>
                    <a:pt x="422489" y="203030"/>
                  </a:lnTo>
                  <a:lnTo>
                    <a:pt x="254463" y="196517"/>
                  </a:lnTo>
                  <a:lnTo>
                    <a:pt x="247950" y="286315"/>
                  </a:lnTo>
                  <a:lnTo>
                    <a:pt x="317917" y="292839"/>
                  </a:lnTo>
                  <a:lnTo>
                    <a:pt x="320231" y="295153"/>
                  </a:lnTo>
                  <a:lnTo>
                    <a:pt x="320231" y="339654"/>
                  </a:lnTo>
                  <a:lnTo>
                    <a:pt x="277091" y="354641"/>
                  </a:lnTo>
                  <a:lnTo>
                    <a:pt x="255644" y="356352"/>
                  </a:lnTo>
                  <a:lnTo>
                    <a:pt x="230506" y="356282"/>
                  </a:lnTo>
                  <a:lnTo>
                    <a:pt x="194541" y="349514"/>
                  </a:lnTo>
                  <a:lnTo>
                    <a:pt x="157031" y="328832"/>
                  </a:lnTo>
                  <a:lnTo>
                    <a:pt x="127524" y="290348"/>
                  </a:lnTo>
                  <a:lnTo>
                    <a:pt x="115567" y="230171"/>
                  </a:lnTo>
                  <a:lnTo>
                    <a:pt x="126982" y="171433"/>
                  </a:lnTo>
                  <a:lnTo>
                    <a:pt x="155546" y="132420"/>
                  </a:lnTo>
                  <a:lnTo>
                    <a:pt x="192734" y="110753"/>
                  </a:lnTo>
                  <a:lnTo>
                    <a:pt x="230024" y="104059"/>
                  </a:lnTo>
                  <a:lnTo>
                    <a:pt x="258196" y="106507"/>
                  </a:lnTo>
                  <a:lnTo>
                    <a:pt x="282579" y="113923"/>
                  </a:lnTo>
                  <a:lnTo>
                    <a:pt x="303390" y="126411"/>
                  </a:lnTo>
                  <a:lnTo>
                    <a:pt x="320848" y="144079"/>
                  </a:lnTo>
                  <a:lnTo>
                    <a:pt x="325665" y="150257"/>
                  </a:lnTo>
                  <a:lnTo>
                    <a:pt x="334544" y="151429"/>
                  </a:lnTo>
                  <a:lnTo>
                    <a:pt x="400919" y="102509"/>
                  </a:lnTo>
                  <a:lnTo>
                    <a:pt x="405225" y="97690"/>
                  </a:lnTo>
                  <a:lnTo>
                    <a:pt x="407189" y="91787"/>
                  </a:lnTo>
                  <a:lnTo>
                    <a:pt x="406730" y="85570"/>
                  </a:lnTo>
                  <a:lnTo>
                    <a:pt x="403767" y="79809"/>
                  </a:lnTo>
                  <a:lnTo>
                    <a:pt x="369759" y="46524"/>
                  </a:lnTo>
                  <a:lnTo>
                    <a:pt x="328383" y="21402"/>
                  </a:lnTo>
                  <a:lnTo>
                    <a:pt x="281254" y="5531"/>
                  </a:lnTo>
                  <a:lnTo>
                    <a:pt x="22998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51">
            <a:extLst>
              <a:ext uri="{FF2B5EF4-FFF2-40B4-BE49-F238E27FC236}">
                <a16:creationId xmlns:a16="http://schemas.microsoft.com/office/drawing/2014/main" id="{C762CB0A-3C23-D940-B02E-6589A96802E9}"/>
              </a:ext>
            </a:extLst>
          </p:cNvPr>
          <p:cNvSpPr txBox="1">
            <a:spLocks/>
          </p:cNvSpPr>
          <p:nvPr userDrawn="1"/>
        </p:nvSpPr>
        <p:spPr>
          <a:xfrm>
            <a:off x="1059002" y="6247672"/>
            <a:ext cx="4121400" cy="134954"/>
          </a:xfrm>
          <a:prstGeom prst="rect">
            <a:avLst/>
          </a:prstGeom>
          <a:noFill/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4292" y="1414221"/>
            <a:ext cx="10056667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9FB54D-625E-4FBA-AEA0-3EB3E0B8C20A}"/>
              </a:ext>
            </a:extLst>
          </p:cNvPr>
          <p:cNvSpPr txBox="1"/>
          <p:nvPr userDrawn="1"/>
        </p:nvSpPr>
        <p:spPr>
          <a:xfrm>
            <a:off x="739776" y="6122253"/>
            <a:ext cx="554532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A5FB499-DB95-416D-BB8C-2100A0B44125}" type="slidenum">
              <a:rPr kumimoji="1" lang="en-US" altLang="ja-JP" sz="2001" baseline="0" smtClean="0">
                <a:solidFill>
                  <a:srgbClr val="003894"/>
                </a:solidFill>
                <a:latin typeface="Segoe UI Historic" panose="020B0502040204020203" pitchFamily="34" charset="0"/>
                <a:ea typeface="游ゴシック" panose="020B0400000000000000" pitchFamily="50" charset="-128"/>
              </a:rPr>
              <a:t>‹#›</a:t>
            </a:fld>
            <a:endParaRPr kumimoji="1" lang="en-US" altLang="ja-JP" sz="2001" baseline="0" dirty="0">
              <a:solidFill>
                <a:srgbClr val="003894"/>
              </a:solidFill>
              <a:latin typeface="Segoe UI Historic" panose="020B0502040204020203" pitchFamily="34" charset="0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419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hf sldNum="0" hdr="0" ftr="0" dt="0"/>
  <p:txStyles>
    <p:titleStyle>
      <a:lvl1pPr>
        <a:defRPr sz="4000">
          <a:latin typeface="+mj-lt"/>
          <a:ea typeface="+mj-ea"/>
          <a:cs typeface="+mj-cs"/>
        </a:defRPr>
      </a:lvl1pPr>
    </p:titleStyle>
    <p:bodyStyle>
      <a:lvl1pPr marL="0">
        <a:defRPr sz="4000"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4" name="タイトル プレースホルダー 3">
            <a:extLst>
              <a:ext uri="{FF2B5EF4-FFF2-40B4-BE49-F238E27FC236}">
                <a16:creationId xmlns:a16="http://schemas.microsoft.com/office/drawing/2014/main" id="{DB6E8D44-19D1-4628-843C-26D5967D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0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7021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hf sldNum="0" hdr="0" ftr="0" dt="0"/>
  <p:txStyles>
    <p:titleStyle>
      <a:lvl1pPr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0">
        <a:defRPr sz="4000"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304800" cy="762000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9FB54D-625E-4FBA-AEA0-3EB3E0B8C20A}"/>
              </a:ext>
            </a:extLst>
          </p:cNvPr>
          <p:cNvSpPr txBox="1"/>
          <p:nvPr userDrawn="1"/>
        </p:nvSpPr>
        <p:spPr>
          <a:xfrm>
            <a:off x="739776" y="6122253"/>
            <a:ext cx="554532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A5FB499-DB95-416D-BB8C-2100A0B44125}" type="slidenum">
              <a:rPr kumimoji="1" lang="en-US" altLang="ja-JP" sz="2001" baseline="0" smtClean="0">
                <a:solidFill>
                  <a:srgbClr val="003894"/>
                </a:solidFill>
                <a:latin typeface="Segoe UI Historic" panose="020B0502040204020203" pitchFamily="34" charset="0"/>
                <a:ea typeface="游ゴシック" panose="020B0400000000000000" pitchFamily="50" charset="-128"/>
              </a:rPr>
              <a:t>‹#›</a:t>
            </a:fld>
            <a:endParaRPr kumimoji="1" lang="en-US" altLang="ja-JP" sz="2001" baseline="0" dirty="0">
              <a:solidFill>
                <a:srgbClr val="003894"/>
              </a:solidFill>
              <a:latin typeface="Segoe UI Historic" panose="020B0502040204020203" pitchFamily="34" charset="0"/>
              <a:ea typeface="游ゴシック" panose="020B0400000000000000" pitchFamily="50" charset="-128"/>
            </a:endParaRPr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C28F4F-44AB-45EE-9EAE-A9F49C1C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C0CD47-E147-43D3-83B7-39FFED15A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680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0"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277246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554492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831738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1108984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renesas.com/jp/ja/products/ip-products/partners/genete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0">
                <a:solidFill>
                  <a:srgbClr val="1A1A1A"/>
                </a:solidFill>
                <a:latin typeface="Noto Sans JP"/>
              </a:rPr>
              <a:t>組み込み開発者向けCI/CD入門</a:t>
            </a:r>
            <a:endParaRPr lang="en-US" sz="4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sz="4000" b="0">
                <a:solidFill>
                  <a:srgbClr val="1A1A1A"/>
                </a:solidFill>
                <a:latin typeface="Noto Sans JP"/>
              </a:rPr>
              <a:t>（GitHub Actions実践研修）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9260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演習と組み込み開発への応用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36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2F4D8A"/>
                </a:solidFill>
                <a:latin typeface="Arial"/>
              </a:rPr>
              <a:t>2</a:t>
            </a:r>
          </a:p>
        </p:txBody>
      </p:sp>
      <p:pic>
        <p:nvPicPr>
          <p:cNvPr id="5" name="Picture 4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10424160" cy="91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ハンズオン演習の進め方</a:t>
            </a:r>
            <a:endParaRPr lang="en-US" sz="28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>
                <a:solidFill>
                  <a:srgbClr val="0070C0"/>
                </a:solidFill>
                <a:latin typeface="Noto Sans JP"/>
              </a:rPr>
              <a:t>別資料</a:t>
            </a:r>
            <a:r>
              <a:rPr lang="en-US" altLang="ja-JP">
                <a:solidFill>
                  <a:srgbClr val="0070C0"/>
                </a:solidFill>
                <a:latin typeface="Noto Sans JP"/>
              </a:rPr>
              <a:t>[</a:t>
            </a:r>
            <a:r>
              <a:rPr lang="ja-JP" altLang="en-US" b="0">
                <a:solidFill>
                  <a:srgbClr val="0070C0"/>
                </a:solidFill>
                <a:latin typeface="Noto Sans JP"/>
              </a:rPr>
              <a:t>ハンズオン用手順書</a:t>
            </a:r>
            <a:r>
              <a:rPr lang="en-US" altLang="ja-JP">
                <a:solidFill>
                  <a:srgbClr val="0070C0"/>
                </a:solidFill>
                <a:latin typeface="Noto Sans JP"/>
              </a:rPr>
              <a:t>]</a:t>
            </a:r>
            <a:r>
              <a:rPr lang="ja-JP" altLang="en-US">
                <a:solidFill>
                  <a:srgbClr val="0070C0"/>
                </a:solidFill>
                <a:latin typeface="Noto Sans JP"/>
              </a:rPr>
              <a:t>を参照しながら以下を確認・体験する。</a:t>
            </a:r>
            <a:endParaRPr b="0">
              <a:solidFill>
                <a:srgbClr val="0070C0"/>
              </a:solidFill>
              <a:latin typeface="Noto Sans JP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298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初期確認ステップ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用意されたリポジトリをcloneし、変更なしでpushしてCI成功を確認する。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コード変更とCI実行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簡単なコード変更をしてpushし、CIが自動実行される様子を確認する。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失敗体験の重要性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意図的にバグを入れテスト失敗を経験し、CIの早期問題検出を実感する。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修正と成果物取得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バグを修正し再度CI成功させ、artifactをダウンロードする。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36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2F4D8A"/>
                </a:solidFill>
                <a:latin typeface="Arial"/>
              </a:rPr>
              <a:t>3</a:t>
            </a:r>
          </a:p>
        </p:txBody>
      </p:sp>
      <p:pic>
        <p:nvPicPr>
          <p:cNvPr id="6" name="Picture 5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Dockerを用いたCI環境の統一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298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環境差異の課題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CI環境と開発者のローカル環境の違いが問題となり、結果の再現性に影響を与える。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Dockerによる解決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Dockerを使いOSやツールのバージョンを固定し、同じ結果をどこでも実行可能にする。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組み込み開発との親和性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クロスコンパイラやツールチェーンの依存をDockerで管理しやすく、組み込み開発と相性が良い。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初心者への説明アプローチ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Dockerの詳細よりも『環境を箱に入れる』イメージで理解を促すことを重視する。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36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2F4D8A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  <p:sp>
        <p:nvSpPr>
          <p:cNvPr id="7" name="TextBox 3"/>
          <p:cNvSpPr txBox="1"/>
          <p:nvPr/>
        </p:nvSpPr>
        <p:spPr>
          <a:xfrm>
            <a:off x="868680" y="874052"/>
            <a:ext cx="7307580" cy="41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>
                <a:solidFill>
                  <a:srgbClr val="0070C0"/>
                </a:solidFill>
                <a:latin typeface="Noto Sans JP"/>
              </a:rPr>
              <a:t>※ 本研修では必須ではなく参考扱い（DockerなしでもCIは完結します）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組み込み開発特有のCI課題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298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クロスコンパイルの課題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ターゲットCPU向けのコンパイラとライブラリをCI環境に準備する必要があります。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実機テストの制約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実機テストは並列実行が難しく、CI統合も複雑である点が課題となっています。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シミュレータとモックの利用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ハードウェア依存コードはシミュレータやモックを使わないとテストが困難です。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現実的な解決策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ビルド・静的解析・単体テストはCIで実施し、実機テストは別フェーズで分業します。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36792"/>
            <a:ext cx="548640" cy="25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000" b="0">
                <a:solidFill>
                  <a:srgbClr val="2F4D8A"/>
                </a:solidFill>
                <a:latin typeface="Arial"/>
              </a:rPr>
              <a:t>5</a:t>
            </a:r>
            <a:endParaRPr sz="1000" b="0">
              <a:solidFill>
                <a:srgbClr val="2F4D8A"/>
              </a:solidFill>
              <a:latin typeface="Arial"/>
            </a:endParaRPr>
          </a:p>
        </p:txBody>
      </p:sp>
      <p:pic>
        <p:nvPicPr>
          <p:cNvPr id="6" name="Picture 5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まとめと今後のステップ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298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CI/CDの文化的価値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CI/CDは単なるツールではなく、品質と生産性を支える重要な文化であることを強調。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研修の入門的内容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本研修は基礎的内容であり、実務では静的解析やカバレッジ計測などが加わることを説明。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今後の学習ステップ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複雑なプロジェクト適用やクロスコンパイル、HILテスト連携などの学習を提案。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新人へのメッセージ</a:t>
            </a:r>
          </a:p>
          <a:p>
            <a:pPr>
              <a:lnSpc>
                <a:spcPct val="140000"/>
              </a:lnSpc>
            </a:pPr>
            <a:r>
              <a:rPr lang="ja-JP" altLang="en-US" sz="1700" b="0">
                <a:solidFill>
                  <a:srgbClr val="1A1A1A"/>
                </a:solidFill>
                <a:latin typeface="Noto Sans JP"/>
              </a:rPr>
              <a:t>　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CI/CDは避けるべきものではなく、少しずつ育てていくべきであると伝える重要性。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36792"/>
            <a:ext cx="548640" cy="25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000" b="0">
                <a:solidFill>
                  <a:srgbClr val="2F4D8A"/>
                </a:solidFill>
                <a:latin typeface="Arial"/>
              </a:rPr>
              <a:t>6</a:t>
            </a:r>
            <a:endParaRPr sz="1000" b="0">
              <a:solidFill>
                <a:srgbClr val="2F4D8A"/>
              </a:solidFill>
              <a:latin typeface="Arial"/>
            </a:endParaRPr>
          </a:p>
        </p:txBody>
      </p:sp>
      <p:pic>
        <p:nvPicPr>
          <p:cNvPr id="6" name="Picture 5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64040" y="452628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0">
                <a:solidFill>
                  <a:srgbClr val="1A1A1A"/>
                </a:solidFill>
                <a:latin typeface="Noto Sans JP"/>
              </a:rPr>
              <a:t>理解度チェック（研修後の確認）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424160" cy="3349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Noto Sans JP"/>
              </a:rPr>
              <a:t>口頭またはメモで、自分の言葉で説明できればOKです。</a:t>
            </a:r>
            <a:endParaRPr lang="en-US" sz="17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40000"/>
              </a:lnSpc>
            </a:pPr>
            <a:endParaRPr sz="17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Q1.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 CI と CD の違いを一言で説明してください。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Q2.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 push 後に CI が「赤く」なりました。次にどこを確認しますか。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Q3.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 テストが失敗すると artifact が作られないのはなぜですか。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Q4.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 ローカルでは動くのに CI で失敗。考えられる原因と、Docker が役立つ理由は。</a:t>
            </a:r>
          </a:p>
          <a:p>
            <a:pPr>
              <a:lnSpc>
                <a:spcPct val="140000"/>
              </a:lnSpc>
            </a:pPr>
            <a:r>
              <a:rPr sz="1700" b="1">
                <a:solidFill>
                  <a:srgbClr val="0070C0"/>
                </a:solidFill>
                <a:latin typeface="Noto Sans JP"/>
              </a:rPr>
              <a:t>Q5.</a:t>
            </a:r>
            <a:r>
              <a:rPr sz="1700" b="0">
                <a:solidFill>
                  <a:srgbClr val="1A1A1A"/>
                </a:solidFill>
                <a:latin typeface="Noto Sans JP"/>
              </a:rPr>
              <a:t> 組み込みで「実機テストを CI に入れにくい」理由を1つ挙げてください。</a:t>
            </a:r>
            <a:endParaRPr lang="en-US" sz="17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40000"/>
              </a:lnSpc>
            </a:pPr>
            <a:endParaRPr sz="17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Noto Sans JP"/>
              </a:rPr>
              <a:t>合格目安：5問中4問を自分の言葉で説明できること。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36792"/>
            <a:ext cx="548640" cy="25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000" b="0">
                <a:solidFill>
                  <a:srgbClr val="2F4D8A"/>
                </a:solidFill>
                <a:latin typeface="Arial"/>
              </a:rPr>
              <a:t>7</a:t>
            </a:r>
            <a:endParaRPr sz="1000" b="0">
              <a:solidFill>
                <a:srgbClr val="2F4D8A"/>
              </a:solidFill>
              <a:latin typeface="Arial"/>
            </a:endParaRPr>
          </a:p>
        </p:txBody>
      </p:sp>
      <p:pic>
        <p:nvPicPr>
          <p:cNvPr id="6" name="Picture 5" descr="genetec_logo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5806440"/>
            <a:ext cx="18745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図 9" descr="Lattice_Logo_color_pms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812" y="3329233"/>
            <a:ext cx="2296728" cy="37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図 10" descr="collaborative_cc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172" y="2882129"/>
            <a:ext cx="723397" cy="860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図 8" descr="Authorized Design Partner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920" y="1299411"/>
            <a:ext cx="961100" cy="96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タイトル 3">
            <a:extLst>
              <a:ext uri="{FF2B5EF4-FFF2-40B4-BE49-F238E27FC236}">
                <a16:creationId xmlns:a16="http://schemas.microsoft.com/office/drawing/2014/main" id="{5F26CFAD-5017-4B43-8486-06F1A0D1951D}"/>
              </a:ext>
            </a:extLst>
          </p:cNvPr>
          <p:cNvSpPr txBox="1">
            <a:spLocks/>
          </p:cNvSpPr>
          <p:nvPr/>
        </p:nvSpPr>
        <p:spPr bwMode="auto">
          <a:xfrm>
            <a:off x="854557" y="656535"/>
            <a:ext cx="10211913" cy="703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5449" tIns="27725" rIns="55449" bIns="27725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9pPr>
          </a:lstStyle>
          <a:p>
            <a:pPr defTabSz="554492">
              <a:defRPr/>
            </a:pPr>
            <a:r>
              <a:rPr lang="ja-JP" altLang="en-US" sz="2800" b="1" dirty="0">
                <a:solidFill>
                  <a:srgbClr val="00389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ゼネテックは下記開発サードパーティ・パートナーです。</a:t>
            </a:r>
            <a:endParaRPr lang="en-US" altLang="ja-JP" sz="2800" b="1" dirty="0">
              <a:solidFill>
                <a:srgbClr val="003894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C6E24FE-59C6-462E-A954-9444842EB4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630" y="3038769"/>
            <a:ext cx="2788884" cy="254486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695914AD-5A80-4CA5-B8D3-405261133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448" y="1904027"/>
            <a:ext cx="3178508" cy="1866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1pPr>
            <a:lvl2pPr marL="742950" indent="-28575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2pPr>
            <a:lvl3pPr marL="11430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3pPr>
            <a:lvl4pPr marL="16002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4pPr>
            <a:lvl5pPr marL="20574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100000"/>
              </a:spcBef>
            </a:pPr>
            <a:r>
              <a:rPr lang="ja-JP" altLang="en-US" sz="1213" b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7"/>
              </a:rPr>
              <a:t>ルネサス</a:t>
            </a:r>
            <a:r>
              <a:rPr lang="en-US" altLang="ja-JP" sz="1213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7"/>
              </a:rPr>
              <a:t>IP</a:t>
            </a:r>
            <a:r>
              <a:rPr lang="ja-JP" altLang="en-US" sz="1213" b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7"/>
              </a:rPr>
              <a:t>ライセンスパートナー</a:t>
            </a:r>
            <a:r>
              <a:rPr lang="en-US" altLang="ja-JP" sz="1213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hlinkClick r:id="rId7"/>
              </a:rPr>
              <a:t>(link)</a:t>
            </a:r>
            <a:endParaRPr lang="en-US" altLang="ja-JP" sz="1213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74" name="Picture 2" descr="APN パートナーになる “３ つの理由” とは | AWS JAPAN APN ブログ">
            <a:extLst>
              <a:ext uri="{FF2B5EF4-FFF2-40B4-BE49-F238E27FC236}">
                <a16:creationId xmlns:a16="http://schemas.microsoft.com/office/drawing/2014/main" id="{674C9745-DE5A-4FBD-8B09-3FEEF30A1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499" y="1277260"/>
            <a:ext cx="2576486" cy="98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DAF70FE-53B3-4CFB-86B9-422A142E8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105" y="1418548"/>
            <a:ext cx="2302776" cy="3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200B1A6-FDFD-ED90-4AF8-E90A3A174F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5437" y="2144655"/>
            <a:ext cx="2089132" cy="960156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4A361DAD-5DEB-1724-305B-01134A76E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94" y="3801473"/>
            <a:ext cx="5545349" cy="2399992"/>
          </a:xfrm>
          <a:prstGeom prst="rect">
            <a:avLst/>
          </a:prstGeom>
          <a:noFill/>
          <a:ln w="9525" algn="ctr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tIns="154789" anchor="ctr">
            <a:spAutoFit/>
          </a:bodyPr>
          <a:lstStyle>
            <a:lvl1pPr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1pPr>
            <a:lvl2pPr marL="742950" indent="-28575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2pPr>
            <a:lvl3pPr marL="11430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3pPr>
            <a:lvl4pPr marL="16002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4pPr>
            <a:lvl5pPr marL="2057400" indent="-228600" eaLnBrk="0" hangingPunct="0"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tabLst>
                <a:tab pos="628650" algn="l"/>
              </a:tabLst>
              <a:defRPr kumimoji="1" sz="2000" b="1">
                <a:solidFill>
                  <a:srgbClr val="000066"/>
                </a:solidFill>
                <a:latin typeface="ヒラギノ角ゴ Pro W6" pitchFamily="34" charset="-128"/>
                <a:ea typeface="ヒラギノ角ゴ Pro W6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100000"/>
              </a:spcBef>
            </a:pP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本件照会先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 eaLnBrk="1" hangingPunct="1">
              <a:lnSpc>
                <a:spcPct val="50000"/>
              </a:lnSpc>
              <a:spcBef>
                <a:spcPct val="100000"/>
              </a:spcBef>
            </a:pPr>
            <a:endParaRPr lang="en-US" altLang="ja-JP" sz="800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株式会社ゼネテック</a:t>
            </a:r>
            <a:endParaRPr lang="en-US" altLang="ja-JP" sz="1200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システム事業部　営業部</a:t>
            </a:r>
            <a:endParaRPr lang="en-US" altLang="ja-JP" sz="1200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endParaRPr lang="ja-JP" altLang="en-US" sz="1200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〒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163-1325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東京都新宿区西新宿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6-5-1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新宿アイランドタワー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25F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TEL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03-6258-5620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FAX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03-6258-5629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〒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550-0013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大阪市西区新町２丁目４－２なにわ筋ＳＩＡビル１６階</a:t>
            </a:r>
            <a:endParaRPr lang="en-US" altLang="ja-JP" sz="1200" b="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TEL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06-6695-7181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FAX</a:t>
            </a:r>
            <a:r>
              <a:rPr lang="ja-JP" altLang="en-US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200" b="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06-6695-7037</a:t>
            </a:r>
          </a:p>
        </p:txBody>
      </p:sp>
    </p:spTree>
    <p:extLst>
      <p:ext uri="{BB962C8B-B14F-4D97-AF65-F5344CB8AC3E}">
        <p14:creationId xmlns:p14="http://schemas.microsoft.com/office/powerpoint/2010/main" val="39148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中間タイトル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Contents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DB66BF-33A8-4C86-BC0B-F55BFAF14A6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7f33fb5-a001-4736-862b-3e3394e1e37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996c89-0463-45eb-ac21-d3f58dae9444" xsi:nil="true"/>
    <lcf76f155ced4ddcb4097134ff3c332f xmlns="6c4ead33-f868-4a6e-8bb6-a27b2594c58f">
      <Terms xmlns="http://schemas.microsoft.com/office/infopath/2007/PartnerControls"/>
    </lcf76f155ced4ddcb4097134ff3c332f>
    <_Flow_SignoffStatus xmlns="6c4ead33-f868-4a6e-8bb6-a27b2594c58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4AF26F9254E914B8E28B9D9679976FA" ma:contentTypeVersion="20" ma:contentTypeDescription="新しいドキュメントを作成します。" ma:contentTypeScope="" ma:versionID="1de54ca58e89345c6c1f1903611e4754">
  <xsd:schema xmlns:xsd="http://www.w3.org/2001/XMLSchema" xmlns:xs="http://www.w3.org/2001/XMLSchema" xmlns:p="http://schemas.microsoft.com/office/2006/metadata/properties" xmlns:ns2="6c4ead33-f868-4a6e-8bb6-a27b2594c58f" xmlns:ns3="9f996c89-0463-45eb-ac21-d3f58dae9444" targetNamespace="http://schemas.microsoft.com/office/2006/metadata/properties" ma:root="true" ma:fieldsID="c1d386807a76f94cbd099af5b0d8e446" ns2:_="" ns3:_="">
    <xsd:import namespace="6c4ead33-f868-4a6e-8bb6-a27b2594c58f"/>
    <xsd:import namespace="9f996c89-0463-45eb-ac21-d3f58dae9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4ead33-f868-4a6e-8bb6-a27b2594c5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47f3dd35-3289-4f2d-9daa-486f5378b5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承認の状態" ma:internalName="_x627f__x8a8d__x306e__x72b6__x614b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96c89-0463-45eb-ac21-d3f58dae9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3024afb-90ce-4d21-898c-15491da6c5d3}" ma:internalName="TaxCatchAll" ma:showField="CatchAllData" ma:web="9f996c89-0463-45eb-ac21-d3f58dae9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E68F32-3B16-4B26-953D-A9E4C3E954DF}">
  <ds:schemaRefs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996c89-0463-45eb-ac21-d3f58dae9444"/>
    <ds:schemaRef ds:uri="6c4ead33-f868-4a6e-8bb6-a27b2594c58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17FB000-45A8-43D2-84A5-23E777792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531C8F-DF9E-42ED-84AB-AFF8441E08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4ead33-f868-4a6e-8bb6-a27b2594c58f"/>
    <ds:schemaRef ds:uri="9f996c89-0463-45eb-ac21-d3f58dae9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28936</TotalTime>
  <Words>835</Words>
  <Application>Microsoft Office PowerPoint</Application>
  <PresentationFormat>ワイド画面</PresentationFormat>
  <Paragraphs>94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8</vt:i4>
      </vt:variant>
    </vt:vector>
  </HeadingPairs>
  <TitlesOfParts>
    <vt:vector size="19" baseType="lpstr">
      <vt:lpstr>BIZ UDPゴシック</vt:lpstr>
      <vt:lpstr>Helvetica Neue Light</vt:lpstr>
      <vt:lpstr>ＭＳ Ｐゴシック</vt:lpstr>
      <vt:lpstr>Noto Sans JP</vt:lpstr>
      <vt:lpstr>游ゴシック</vt:lpstr>
      <vt:lpstr>Arial</vt:lpstr>
      <vt:lpstr>Segoe UI Historic</vt:lpstr>
      <vt:lpstr>Office Theme</vt:lpstr>
      <vt:lpstr>2_Office Theme</vt:lpstr>
      <vt:lpstr>3_中間タイトル</vt:lpstr>
      <vt:lpstr>3_Contents2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株式会社ゼネテック 会社紹介資料</dc:title>
  <dc:creator>森 城太郎</dc:creator>
  <cp:lastModifiedBy>佐井 博憲</cp:lastModifiedBy>
  <cp:revision>141</cp:revision>
  <dcterms:created xsi:type="dcterms:W3CDTF">2022-03-31T04:14:10Z</dcterms:created>
  <dcterms:modified xsi:type="dcterms:W3CDTF">2026-06-24T04:07:20Z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2022-03-31T00:00:00Z</vt:filetime>
  </property>
  <property fmtid="{D5CDD505-2E9C-101B-9397-08002B2CF9AE}" pid="3" name="Creator">
    <vt:lpwstr>Adobe Illustrator 25.1 (Macintosh)</vt:lpwstr>
  </property>
  <property fmtid="{D5CDD505-2E9C-101B-9397-08002B2CF9AE}" pid="4" name="LastSaved">
    <vt:filetime>2022-03-31T00:00:00Z</vt:filetime>
  </property>
  <property fmtid="{D5CDD505-2E9C-101B-9397-08002B2CF9AE}" pid="5" name="MediaServiceImageTags">
    <vt:lpwstr/>
  </property>
  <property fmtid="{D5CDD505-2E9C-101B-9397-08002B2CF9AE}" pid="6" name="ContentTypeId">
    <vt:lpwstr>0x01010064AF26F9254E914B8E28B9D9679976FA</vt:lpwstr>
  </property>
</Properties>
</file>