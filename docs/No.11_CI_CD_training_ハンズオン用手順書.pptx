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  <p:sldMasterId id="2147483675" r:id="rId5"/>
    <p:sldMasterId id="2147483681" r:id="rId6"/>
    <p:sldMasterId id="2147483673" r:id="rId7"/>
  </p:sldMasterIdLst>
  <p:notesMasterIdLst>
    <p:notesMasterId r:id="rId21"/>
  </p:notesMasterIdLst>
  <p:handoutMasterIdLst>
    <p:handoutMasterId r:id="rId22"/>
  </p:handoutMasterIdLst>
  <p:sldIdLst>
    <p:sldId id="587" r:id="rId8"/>
    <p:sldId id="589" r:id="rId9"/>
    <p:sldId id="598" r:id="rId10"/>
    <p:sldId id="592" r:id="rId11"/>
    <p:sldId id="593" r:id="rId12"/>
    <p:sldId id="594" r:id="rId13"/>
    <p:sldId id="595" r:id="rId14"/>
    <p:sldId id="596" r:id="rId15"/>
    <p:sldId id="597" r:id="rId16"/>
    <p:sldId id="590" r:id="rId17"/>
    <p:sldId id="599" r:id="rId18"/>
    <p:sldId id="600" r:id="rId19"/>
    <p:sldId id="601" r:id="rId20"/>
  </p:sldIdLst>
  <p:sldSz cx="12192000" cy="6858000"/>
  <p:notesSz cx="1130935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35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94"/>
    <a:srgbClr val="FFFF99"/>
    <a:srgbClr val="FFD5D5"/>
    <a:srgbClr val="DA9C00"/>
    <a:srgbClr val="B40020"/>
    <a:srgbClr val="FFC221"/>
    <a:srgbClr val="72BFC5"/>
    <a:srgbClr val="E46C0A"/>
    <a:srgbClr val="00B0F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36" autoAdjust="0"/>
    <p:restoredTop sz="96121" autoAdjust="0"/>
  </p:normalViewPr>
  <p:slideViewPr>
    <p:cSldViewPr snapToGrid="0">
      <p:cViewPr varScale="1">
        <p:scale>
          <a:sx n="125" d="100"/>
          <a:sy n="125" d="100"/>
        </p:scale>
        <p:origin x="108" y="312"/>
      </p:cViewPr>
      <p:guideLst>
        <p:guide orient="horz" pos="1355"/>
        <p:guide pos="3840"/>
      </p:guideLst>
    </p:cSldViewPr>
  </p:slideViewPr>
  <p:outlineViewPr>
    <p:cViewPr>
      <p:scale>
        <a:sx n="33" d="100"/>
        <a:sy n="33" d="100"/>
      </p:scale>
      <p:origin x="0" y="-62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野澤 幸弘" userId="f55cb5c0-958e-4645-977b-a07b11a9a09e" providerId="ADAL" clId="{0F247A56-159D-4ED9-9DB1-B94A559D66F3}"/>
    <pc:docChg chg="custSel addSld delSld modSld sldOrd">
      <pc:chgData name="野澤 幸弘" userId="f55cb5c0-958e-4645-977b-a07b11a9a09e" providerId="ADAL" clId="{0F247A56-159D-4ED9-9DB1-B94A559D66F3}" dt="2026-04-22T00:14:47.741" v="1229" actId="20577"/>
      <pc:docMkLst>
        <pc:docMk/>
      </pc:docMkLst>
      <pc:sldChg chg="addSp modSp mod">
        <pc:chgData name="野澤 幸弘" userId="f55cb5c0-958e-4645-977b-a07b11a9a09e" providerId="ADAL" clId="{0F247A56-159D-4ED9-9DB1-B94A559D66F3}" dt="2026-04-21T00:03:42.181" v="1206" actId="20577"/>
        <pc:sldMkLst>
          <pc:docMk/>
          <pc:sldMk cId="3901222269" sldId="801"/>
        </pc:sldMkLst>
        <pc:spChg chg="add mod">
          <ac:chgData name="野澤 幸弘" userId="f55cb5c0-958e-4645-977b-a07b11a9a09e" providerId="ADAL" clId="{0F247A56-159D-4ED9-9DB1-B94A559D66F3}" dt="2026-04-21T00:03:42.181" v="1206" actId="20577"/>
          <ac:spMkLst>
            <pc:docMk/>
            <pc:sldMk cId="3901222269" sldId="801"/>
            <ac:spMk id="2" creationId="{F8F531C6-3E43-6886-EBF9-C5A1199529E8}"/>
          </ac:spMkLst>
        </pc:spChg>
        <pc:spChg chg="mod">
          <ac:chgData name="野澤 幸弘" userId="f55cb5c0-958e-4645-977b-a07b11a9a09e" providerId="ADAL" clId="{0F247A56-159D-4ED9-9DB1-B94A559D66F3}" dt="2026-04-20T08:00:22.244" v="1171" actId="207"/>
          <ac:spMkLst>
            <pc:docMk/>
            <pc:sldMk cId="3901222269" sldId="801"/>
            <ac:spMk id="4" creationId="{ABCB5435-74FA-DE93-564D-4634E6E17BD7}"/>
          </ac:spMkLst>
        </pc:spChg>
      </pc:sldChg>
      <pc:sldChg chg="modSp mod">
        <pc:chgData name="野澤 幸弘" userId="f55cb5c0-958e-4645-977b-a07b11a9a09e" providerId="ADAL" clId="{0F247A56-159D-4ED9-9DB1-B94A559D66F3}" dt="2026-04-20T08:01:10.246" v="1202"/>
        <pc:sldMkLst>
          <pc:docMk/>
          <pc:sldMk cId="3561273364" sldId="816"/>
        </pc:sldMkLst>
        <pc:spChg chg="mod">
          <ac:chgData name="野澤 幸弘" userId="f55cb5c0-958e-4645-977b-a07b11a9a09e" providerId="ADAL" clId="{0F247A56-159D-4ED9-9DB1-B94A559D66F3}" dt="2026-04-20T08:01:10.246" v="1202"/>
          <ac:spMkLst>
            <pc:docMk/>
            <pc:sldMk cId="3561273364" sldId="816"/>
            <ac:spMk id="10" creationId="{00000000-0000-0000-0000-000000000000}"/>
          </ac:spMkLst>
        </pc:spChg>
      </pc:sldChg>
      <pc:sldChg chg="addSp delSp modSp mod">
        <pc:chgData name="野澤 幸弘" userId="f55cb5c0-958e-4645-977b-a07b11a9a09e" providerId="ADAL" clId="{0F247A56-159D-4ED9-9DB1-B94A559D66F3}" dt="2026-04-22T00:14:47.741" v="1229" actId="20577"/>
        <pc:sldMkLst>
          <pc:docMk/>
          <pc:sldMk cId="412953308" sldId="836"/>
        </pc:sldMkLst>
        <pc:spChg chg="mod">
          <ac:chgData name="野澤 幸弘" userId="f55cb5c0-958e-4645-977b-a07b11a9a09e" providerId="ADAL" clId="{0F247A56-159D-4ED9-9DB1-B94A559D66F3}" dt="2026-04-20T07:42:54.841" v="882" actId="1036"/>
          <ac:spMkLst>
            <pc:docMk/>
            <pc:sldMk cId="412953308" sldId="836"/>
            <ac:spMk id="6" creationId="{9CC310F0-B937-7842-D893-D9548C346469}"/>
          </ac:spMkLst>
        </pc:spChg>
        <pc:spChg chg="add">
          <ac:chgData name="野澤 幸弘" userId="f55cb5c0-958e-4645-977b-a07b11a9a09e" providerId="ADAL" clId="{0F247A56-159D-4ED9-9DB1-B94A559D66F3}" dt="2026-04-20T07:20:51.137" v="772" actId="26606"/>
          <ac:spMkLst>
            <pc:docMk/>
            <pc:sldMk cId="412953308" sldId="836"/>
            <ac:spMk id="10" creationId="{00000000-0000-0000-0000-000000000000}"/>
          </ac:spMkLst>
        </pc:spChg>
        <pc:spChg chg="add mod">
          <ac:chgData name="野澤 幸弘" userId="f55cb5c0-958e-4645-977b-a07b11a9a09e" providerId="ADAL" clId="{0F247A56-159D-4ED9-9DB1-B94A559D66F3}" dt="2026-04-22T00:14:47.741" v="1229" actId="20577"/>
          <ac:spMkLst>
            <pc:docMk/>
            <pc:sldMk cId="412953308" sldId="836"/>
            <ac:spMk id="11" creationId="{00000000-0000-0000-0000-000000000000}"/>
          </ac:spMkLst>
        </pc:spChg>
        <pc:spChg chg="add mod">
          <ac:chgData name="野澤 幸弘" userId="f55cb5c0-958e-4645-977b-a07b11a9a09e" providerId="ADAL" clId="{0F247A56-159D-4ED9-9DB1-B94A559D66F3}" dt="2026-04-20T07:41:07.860" v="825" actId="403"/>
          <ac:spMkLst>
            <pc:docMk/>
            <pc:sldMk cId="412953308" sldId="836"/>
            <ac:spMk id="12" creationId="{00000000-0000-0000-0000-000000000000}"/>
          </ac:spMkLst>
        </pc:spChg>
        <pc:spChg chg="add mod">
          <ac:chgData name="野澤 幸弘" userId="f55cb5c0-958e-4645-977b-a07b11a9a09e" providerId="ADAL" clId="{0F247A56-159D-4ED9-9DB1-B94A559D66F3}" dt="2026-04-22T00:08:12.704" v="1227" actId="20577"/>
          <ac:spMkLst>
            <pc:docMk/>
            <pc:sldMk cId="412953308" sldId="836"/>
            <ac:spMk id="13" creationId="{00000000-0000-0000-0000-000000000000}"/>
          </ac:spMkLst>
        </pc:spChg>
        <pc:grpChg chg="add mod">
          <ac:chgData name="野澤 幸弘" userId="f55cb5c0-958e-4645-977b-a07b11a9a09e" providerId="ADAL" clId="{0F247A56-159D-4ED9-9DB1-B94A559D66F3}" dt="2026-04-20T07:42:54.841" v="882" actId="1036"/>
          <ac:grpSpMkLst>
            <pc:docMk/>
            <pc:sldMk cId="412953308" sldId="836"/>
            <ac:grpSpMk id="3" creationId="{F21F1AEC-11A2-62AF-4737-408ECDD79DF1}"/>
          </ac:grpSpMkLst>
        </pc:grpChg>
        <pc:picChg chg="mod">
          <ac:chgData name="野澤 幸弘" userId="f55cb5c0-958e-4645-977b-a07b11a9a09e" providerId="ADAL" clId="{0F247A56-159D-4ED9-9DB1-B94A559D66F3}" dt="2026-04-20T07:42:54.841" v="882" actId="1036"/>
          <ac:picMkLst>
            <pc:docMk/>
            <pc:sldMk cId="412953308" sldId="836"/>
            <ac:picMk id="4" creationId="{B307512C-8B60-5F62-2E73-53CD42A30922}"/>
          </ac:picMkLst>
        </pc:picChg>
        <pc:picChg chg="mod">
          <ac:chgData name="野澤 幸弘" userId="f55cb5c0-958e-4645-977b-a07b11a9a09e" providerId="ADAL" clId="{0F247A56-159D-4ED9-9DB1-B94A559D66F3}" dt="2026-04-20T07:42:54.841" v="882" actId="1036"/>
          <ac:picMkLst>
            <pc:docMk/>
            <pc:sldMk cId="412953308" sldId="836"/>
            <ac:picMk id="5" creationId="{1B5FE8A4-0A7B-C76E-A240-A3B1D3A26719}"/>
          </ac:picMkLst>
        </pc:picChg>
      </pc:sldChg>
      <pc:sldChg chg="addSp modSp new mod">
        <pc:chgData name="野澤 幸弘" userId="f55cb5c0-958e-4645-977b-a07b11a9a09e" providerId="ADAL" clId="{0F247A56-159D-4ED9-9DB1-B94A559D66F3}" dt="2026-04-20T07:58:46.364" v="1157" actId="1076"/>
        <pc:sldMkLst>
          <pc:docMk/>
          <pc:sldMk cId="887381142" sldId="837"/>
        </pc:sldMkLst>
        <pc:spChg chg="mod">
          <ac:chgData name="野澤 幸弘" userId="f55cb5c0-958e-4645-977b-a07b11a9a09e" providerId="ADAL" clId="{0F247A56-159D-4ED9-9DB1-B94A559D66F3}" dt="2026-04-20T07:54:38.141" v="1074"/>
          <ac:spMkLst>
            <pc:docMk/>
            <pc:sldMk cId="887381142" sldId="837"/>
            <ac:spMk id="2" creationId="{0C9846CD-0E6E-D7B8-CDC4-BD08CE93307E}"/>
          </ac:spMkLst>
        </pc:spChg>
        <pc:spChg chg="mod">
          <ac:chgData name="野澤 幸弘" userId="f55cb5c0-958e-4645-977b-a07b11a9a09e" providerId="ADAL" clId="{0F247A56-159D-4ED9-9DB1-B94A559D66F3}" dt="2026-04-20T07:52:40.156" v="954" actId="1076"/>
          <ac:spMkLst>
            <pc:docMk/>
            <pc:sldMk cId="887381142" sldId="837"/>
            <ac:spMk id="6" creationId="{AC10F6F4-99C3-57FE-1FFB-DC1776966C0C}"/>
          </ac:spMkLst>
        </pc:spChg>
        <pc:spChg chg="add mod">
          <ac:chgData name="野澤 幸弘" userId="f55cb5c0-958e-4645-977b-a07b11a9a09e" providerId="ADAL" clId="{0F247A56-159D-4ED9-9DB1-B94A559D66F3}" dt="2026-04-20T07:52:33.597" v="953" actId="1076"/>
          <ac:spMkLst>
            <pc:docMk/>
            <pc:sldMk cId="887381142" sldId="837"/>
            <ac:spMk id="11" creationId="{67134DE6-3AA7-6A8A-CB37-4DC771B18BC5}"/>
          </ac:spMkLst>
        </pc:spChg>
        <pc:spChg chg="add mod">
          <ac:chgData name="野澤 幸弘" userId="f55cb5c0-958e-4645-977b-a07b11a9a09e" providerId="ADAL" clId="{0F247A56-159D-4ED9-9DB1-B94A559D66F3}" dt="2026-04-20T07:52:49.562" v="957" actId="14100"/>
          <ac:spMkLst>
            <pc:docMk/>
            <pc:sldMk cId="887381142" sldId="837"/>
            <ac:spMk id="12" creationId="{5FA2102E-E46B-5550-7409-819B7E6FD200}"/>
          </ac:spMkLst>
        </pc:spChg>
        <pc:spChg chg="add mod">
          <ac:chgData name="野澤 幸弘" userId="f55cb5c0-958e-4645-977b-a07b11a9a09e" providerId="ADAL" clId="{0F247A56-159D-4ED9-9DB1-B94A559D66F3}" dt="2026-04-20T07:53:51.583" v="1045" actId="1076"/>
          <ac:spMkLst>
            <pc:docMk/>
            <pc:sldMk cId="887381142" sldId="837"/>
            <ac:spMk id="13" creationId="{40DED1CB-663D-402B-F0FD-B5F04C78E55D}"/>
          </ac:spMkLst>
        </pc:spChg>
        <pc:spChg chg="add mod">
          <ac:chgData name="野澤 幸弘" userId="f55cb5c0-958e-4645-977b-a07b11a9a09e" providerId="ADAL" clId="{0F247A56-159D-4ED9-9DB1-B94A559D66F3}" dt="2026-04-20T07:57:45.052" v="1099" actId="1076"/>
          <ac:spMkLst>
            <pc:docMk/>
            <pc:sldMk cId="887381142" sldId="837"/>
            <ac:spMk id="14" creationId="{606BE332-C959-DF1A-6B31-F856A6CD711E}"/>
          </ac:spMkLst>
        </pc:spChg>
        <pc:spChg chg="add mod">
          <ac:chgData name="野澤 幸弘" userId="f55cb5c0-958e-4645-977b-a07b11a9a09e" providerId="ADAL" clId="{0F247A56-159D-4ED9-9DB1-B94A559D66F3}" dt="2026-04-20T07:57:41.272" v="1098" actId="692"/>
          <ac:spMkLst>
            <pc:docMk/>
            <pc:sldMk cId="887381142" sldId="837"/>
            <ac:spMk id="15" creationId="{2FDB9D81-6725-DB4A-9FB8-276258732820}"/>
          </ac:spMkLst>
        </pc:spChg>
        <pc:spChg chg="add mod">
          <ac:chgData name="野澤 幸弘" userId="f55cb5c0-958e-4645-977b-a07b11a9a09e" providerId="ADAL" clId="{0F247A56-159D-4ED9-9DB1-B94A559D66F3}" dt="2026-04-20T07:58:25.347" v="1136" actId="1076"/>
          <ac:spMkLst>
            <pc:docMk/>
            <pc:sldMk cId="887381142" sldId="837"/>
            <ac:spMk id="16" creationId="{CB3F494E-7A07-4ED3-C0D7-05554C4BF667}"/>
          </ac:spMkLst>
        </pc:spChg>
        <pc:spChg chg="add mod">
          <ac:chgData name="野澤 幸弘" userId="f55cb5c0-958e-4645-977b-a07b11a9a09e" providerId="ADAL" clId="{0F247A56-159D-4ED9-9DB1-B94A559D66F3}" dt="2026-04-20T07:58:46.364" v="1157" actId="1076"/>
          <ac:spMkLst>
            <pc:docMk/>
            <pc:sldMk cId="887381142" sldId="837"/>
            <ac:spMk id="17" creationId="{3BABC648-E08B-22D3-24BB-45DA1ABDD47B}"/>
          </ac:spMkLst>
        </pc:spChg>
        <pc:grpChg chg="add mod">
          <ac:chgData name="野澤 幸弘" userId="f55cb5c0-958e-4645-977b-a07b11a9a09e" providerId="ADAL" clId="{0F247A56-159D-4ED9-9DB1-B94A559D66F3}" dt="2026-04-20T07:52:40.156" v="954" actId="1076"/>
          <ac:grpSpMkLst>
            <pc:docMk/>
            <pc:sldMk cId="887381142" sldId="837"/>
            <ac:grpSpMk id="3" creationId="{79EBE10A-C3E4-E57C-3231-2768AC29410C}"/>
          </ac:grpSpMkLst>
        </pc:grpChg>
        <pc:grpChg chg="add mod">
          <ac:chgData name="野澤 幸弘" userId="f55cb5c0-958e-4645-977b-a07b11a9a09e" providerId="ADAL" clId="{0F247A56-159D-4ED9-9DB1-B94A559D66F3}" dt="2026-04-20T07:51:57.789" v="948" actId="1076"/>
          <ac:grpSpMkLst>
            <pc:docMk/>
            <pc:sldMk cId="887381142" sldId="837"/>
            <ac:grpSpMk id="10" creationId="{A2F4B226-BCCA-82F0-F213-1BA5ECFF584E}"/>
          </ac:grpSpMkLst>
        </pc:grpChg>
        <pc:picChg chg="mod">
          <ac:chgData name="野澤 幸弘" userId="f55cb5c0-958e-4645-977b-a07b11a9a09e" providerId="ADAL" clId="{0F247A56-159D-4ED9-9DB1-B94A559D66F3}" dt="2026-04-20T07:52:40.156" v="954" actId="1076"/>
          <ac:picMkLst>
            <pc:docMk/>
            <pc:sldMk cId="887381142" sldId="837"/>
            <ac:picMk id="4" creationId="{46E1B162-07D6-6DB0-9C24-8383C2CBD3A3}"/>
          </ac:picMkLst>
        </pc:picChg>
        <pc:picChg chg="mod">
          <ac:chgData name="野澤 幸弘" userId="f55cb5c0-958e-4645-977b-a07b11a9a09e" providerId="ADAL" clId="{0F247A56-159D-4ED9-9DB1-B94A559D66F3}" dt="2026-04-20T07:52:40.156" v="954" actId="1076"/>
          <ac:picMkLst>
            <pc:docMk/>
            <pc:sldMk cId="887381142" sldId="837"/>
            <ac:picMk id="5" creationId="{93C071AC-7235-8A91-4F9B-53D95440D33C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7" creationId="{073B5C2D-16FB-8CC7-3C2C-FDA4CCC399AD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8" creationId="{3471705A-FA1A-6E05-D0B2-F6393D1CFDD5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9" creationId="{E948EEF2-2CBC-6B73-C898-C455AF4366A3}"/>
          </ac:picMkLst>
        </pc:picChg>
        <pc:picChg chg="add mod">
          <ac:chgData name="野澤 幸弘" userId="f55cb5c0-958e-4645-977b-a07b11a9a09e" providerId="ADAL" clId="{0F247A56-159D-4ED9-9DB1-B94A559D66F3}" dt="2026-04-20T07:53:57.041" v="1047" actId="1076"/>
          <ac:picMkLst>
            <pc:docMk/>
            <pc:sldMk cId="887381142" sldId="837"/>
            <ac:picMk id="2050" creationId="{624EC24F-4FBD-4414-6EF2-15EC3D6B202C}"/>
          </ac:picMkLst>
        </pc:picChg>
        <pc:picChg chg="add mod">
          <ac:chgData name="野澤 幸弘" userId="f55cb5c0-958e-4645-977b-a07b11a9a09e" providerId="ADAL" clId="{0F247A56-159D-4ED9-9DB1-B94A559D66F3}" dt="2026-04-20T07:51:57.789" v="948" actId="1076"/>
          <ac:picMkLst>
            <pc:docMk/>
            <pc:sldMk cId="887381142" sldId="837"/>
            <ac:picMk id="2052" creationId="{BD7D50D8-8B51-1486-2047-17F939C3A3D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7917255-5E26-BBBA-5ACB-CF286AA610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900613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171649-9F6E-56DC-D5F1-781CB088CC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405563" y="0"/>
            <a:ext cx="4900612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24EE4-DD0A-41BB-960C-B44078C6727D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E696E9-D2DD-614C-785E-5073142085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9096038"/>
            <a:ext cx="4900613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3550D8-358C-018B-942C-732FC1B531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05563" y="19096038"/>
            <a:ext cx="4900612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9A375-4E52-40F9-BAB5-A534033DA3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6205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405715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35D86-DEB6-42EF-9EB7-C9F45BEDE59A}" type="datetimeFigureOut">
              <a:rPr kumimoji="1" lang="ja-JP" altLang="en-US" smtClean="0"/>
              <a:t>2026/6/24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374650" y="2514600"/>
            <a:ext cx="12058650" cy="6783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130578" y="9673900"/>
            <a:ext cx="9048194" cy="7918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405715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7B4AA-101B-4AF6-A282-8F0E14BDA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4015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1pPr>
    <a:lvl2pPr marL="277246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2pPr>
    <a:lvl3pPr marL="554492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3pPr>
    <a:lvl4pPr marL="831738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4pPr>
    <a:lvl5pPr marL="1108984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5pPr>
    <a:lvl6pPr marL="1386230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6pPr>
    <a:lvl7pPr marL="1663476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7pPr>
    <a:lvl8pPr marL="1940723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8pPr>
    <a:lvl9pPr marL="2217969" algn="l" defTabSz="554492" rtl="0" eaLnBrk="1" latinLnBrk="0" hangingPunct="1">
      <a:defRPr kumimoji="1" sz="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7980-B556-FD26-5223-CFFF4F291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D17CC-99FA-CB32-1219-EB7D4788DC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511AA-6914-8D01-A5AE-DD35833E5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AC304-1EC9-A97B-4996-CEBBC8AAF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5286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F917-8812-ECE1-4436-6FAEEB4D7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7AF04-F6BA-5ADC-DFB6-20B19FAC3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1AE42-A19C-A9DA-3BEE-0DF40F8F7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6EF1F-FB05-CDE5-FA36-B4678F7FD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04787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04C59-1E76-C191-34B0-E8487306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53506-58BC-6739-EB56-5772B9305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A4B0E-51FF-D06C-1694-4C642A65A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4BC62-E2B2-8883-527F-BC28F4738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14943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E913-03D8-D151-5DAC-41669B2E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3B45E-1B9B-FA39-19D3-043D2B7B5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05102-64FD-584C-F16A-D653A7647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45393-9467-9E02-3EA5-44C70646C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89964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437D-399D-0467-5D10-52510451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A9AA1-6999-409A-2D86-882618C20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5A3C8-E161-38B9-3E5E-596E09B24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08970-9A64-000A-5E8D-33FEAE4B9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1205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D638F-9B3D-E947-3839-EB571894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794694-DD3A-4753-D144-0F95BB68B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71344-8D8A-5AE8-A522-33CA2D263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71928-F117-77CA-E357-FBFC27FE9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76876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4537-7CB9-5406-F00F-F54C64180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3D4E0-2A45-E25D-D19B-8A63BDC92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7EF1C-B48A-F4E2-7EA2-D3722BDC6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AD210-C371-74D5-1582-88124173E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16125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567F7-FAA0-F768-3144-69AA921A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F0756-981E-90E4-C9A0-C60E2E8EB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1C2BC-D27B-A8EF-F039-FBD650D39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BAE22-16AB-20D6-1948-1D55371BA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58282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17445-9BA7-1E5B-8DDD-E7B6DA27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096A9-B1F6-3A5F-D2DF-8B5DF35C3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31A07-624C-DC3E-76D7-0A5C2C878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277B0-AE13-FCC5-9212-FF465E8E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8480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EA92-2D48-C79A-8392-E8210845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070F8-5256-8F2F-1C4E-3725BA08F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D80D3-43A6-2E22-292C-E0F02C0B2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DB9C2-E728-998F-1211-611B753A8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7471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8E668-0AA3-2FAD-440C-D39B224E3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30DAF-79B9-CF81-8726-19B7501DB1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0ABD6-9AF4-9A90-C497-012FB78C1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46C5F-4806-F1A1-942A-A314BFF70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1318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08B7-A83F-89A8-B5A0-5E4121C0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0E6B9-3EB6-62F5-90AC-005F491AD5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80164-55FA-9E95-E217-978835F1A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【講師ガイド】想定時間：3分／問いかけ例：「CI/CDという言葉を聞いたことはある？」／注意点：研修ゴール（GitHub ActionsでCIを動かせる状態になる）を冒頭で明示。本研修は基礎編・実践編の2部構成であることも伝える。</a:t>
            </a:r>
          </a:p>
          <a:p>
            <a:r>
              <a:t>――――――――――（以下、台本）――――――――――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20CF6-2217-652C-2E08-3EAEBE384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41489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447" y="2035050"/>
            <a:ext cx="10093107" cy="192031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3" b="0" i="0">
                <a:solidFill>
                  <a:srgbClr val="221714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16797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447" y="2035050"/>
            <a:ext cx="10093107" cy="192031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3" b="0" i="0">
                <a:solidFill>
                  <a:srgbClr val="221714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16797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9447" y="2035050"/>
            <a:ext cx="10093107" cy="192031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3" b="0" i="0">
                <a:solidFill>
                  <a:srgbClr val="221714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2DA384-2555-4640-8C99-09C1C01D8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1798" y="6253998"/>
            <a:ext cx="3041068" cy="142858"/>
          </a:xfrm>
          <a:prstGeom prst="rect">
            <a:avLst/>
          </a:prstGeom>
        </p:spPr>
        <p:txBody>
          <a:bodyPr/>
          <a:lstStyle/>
          <a:p>
            <a:pPr marL="7701">
              <a:spcBef>
                <a:spcPts val="33"/>
              </a:spcBef>
            </a:pPr>
            <a:endParaRPr lang="en-US" spc="67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5C59EC-A205-5447-9267-72BEE3C47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altLang="ja-JP" smtClean="0"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6584" y="709424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1525" y="1641551"/>
            <a:ext cx="10056667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7D90C965-5489-4DAC-8BB2-1BD899607556}"/>
              </a:ext>
            </a:extLst>
          </p:cNvPr>
          <p:cNvSpPr txBox="1">
            <a:spLocks/>
          </p:cNvSpPr>
          <p:nvPr userDrawn="1"/>
        </p:nvSpPr>
        <p:spPr>
          <a:xfrm>
            <a:off x="716192" y="697612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62886CB6-EECE-4B60-B188-901541C2CAB3}"/>
              </a:ext>
            </a:extLst>
          </p:cNvPr>
          <p:cNvSpPr txBox="1">
            <a:spLocks/>
          </p:cNvSpPr>
          <p:nvPr userDrawn="1"/>
        </p:nvSpPr>
        <p:spPr>
          <a:xfrm>
            <a:off x="685800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50661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orient="horz" pos="792">
          <p15:clr>
            <a:srgbClr val="FBAE40"/>
          </p15:clr>
        </p15:guide>
        <p15:guide id="4" orient="horz" pos="1025">
          <p15:clr>
            <a:srgbClr val="FBAE40"/>
          </p15:clr>
        </p15:guide>
        <p15:guide id="5" orient="horz" pos="3648">
          <p15:clr>
            <a:srgbClr val="FBAE40"/>
          </p15:clr>
        </p15:guide>
        <p15:guide id="6" pos="72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7534" y="682549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3342" y="1447747"/>
            <a:ext cx="10056667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4" name="Holder 2">
            <a:extLst>
              <a:ext uri="{FF2B5EF4-FFF2-40B4-BE49-F238E27FC236}">
                <a16:creationId xmlns:a16="http://schemas.microsoft.com/office/drawing/2014/main" id="{C4F724C6-7FA6-4821-8628-A458D77643B2}"/>
              </a:ext>
            </a:extLst>
          </p:cNvPr>
          <p:cNvSpPr txBox="1">
            <a:spLocks/>
          </p:cNvSpPr>
          <p:nvPr userDrawn="1"/>
        </p:nvSpPr>
        <p:spPr>
          <a:xfrm>
            <a:off x="727534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4821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pos="7200">
          <p15:clr>
            <a:srgbClr val="FBAE40"/>
          </p15:clr>
        </p15:guide>
        <p15:guide id="4" orient="horz" pos="36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291" y="652274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424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291" y="652274"/>
            <a:ext cx="10683416" cy="615874"/>
          </a:xfrm>
        </p:spPr>
        <p:txBody>
          <a:bodyPr lIns="0" tIns="0" rIns="0" bIns="0"/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685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8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39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C4F724C6-7FA6-4821-8628-A458D77643B2}"/>
              </a:ext>
            </a:extLst>
          </p:cNvPr>
          <p:cNvSpPr txBox="1">
            <a:spLocks/>
          </p:cNvSpPr>
          <p:nvPr userDrawn="1"/>
        </p:nvSpPr>
        <p:spPr>
          <a:xfrm>
            <a:off x="727534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  <p:sp>
        <p:nvSpPr>
          <p:cNvPr id="7" name="タイトル プレースホルダー 1">
            <a:extLst>
              <a:ext uri="{FF2B5EF4-FFF2-40B4-BE49-F238E27FC236}">
                <a16:creationId xmlns:a16="http://schemas.microsoft.com/office/drawing/2014/main" id="{7F0A0710-1CF3-4179-993F-6AF32C6E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4F3B652A-6B4A-484B-A410-728313E88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595" y="10668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43703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pos="7200">
          <p15:clr>
            <a:srgbClr val="FBAE40"/>
          </p15:clr>
        </p15:guide>
        <p15:guide id="4" orient="horz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C4F724C6-7FA6-4821-8628-A458D77643B2}"/>
              </a:ext>
            </a:extLst>
          </p:cNvPr>
          <p:cNvSpPr txBox="1">
            <a:spLocks/>
          </p:cNvSpPr>
          <p:nvPr userDrawn="1"/>
        </p:nvSpPr>
        <p:spPr>
          <a:xfrm>
            <a:off x="727534" y="685800"/>
            <a:ext cx="10683416" cy="6158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2" b="0" i="0">
                <a:solidFill>
                  <a:srgbClr val="040000"/>
                </a:solidFill>
                <a:latin typeface="ＭＳ Ｐゴシック"/>
                <a:ea typeface="+mj-ea"/>
                <a:cs typeface="ＭＳ Ｐゴシック"/>
              </a:defRPr>
            </a:lvl1pPr>
          </a:lstStyle>
          <a:p>
            <a:endParaRPr lang="ja-JP" altLang="en-US"/>
          </a:p>
        </p:txBody>
      </p:sp>
      <p:sp>
        <p:nvSpPr>
          <p:cNvPr id="7" name="タイトル プレースホルダー 1">
            <a:extLst>
              <a:ext uri="{FF2B5EF4-FFF2-40B4-BE49-F238E27FC236}">
                <a16:creationId xmlns:a16="http://schemas.microsoft.com/office/drawing/2014/main" id="{7F0A0710-1CF3-4179-993F-6AF32C6E8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4F3B652A-6B4A-484B-A410-728313E88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595" y="10668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5284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480">
          <p15:clr>
            <a:srgbClr val="FBAE40"/>
          </p15:clr>
        </p15:guide>
        <p15:guide id="3" pos="7200">
          <p15:clr>
            <a:srgbClr val="FBAE40"/>
          </p15:clr>
        </p15:guide>
        <p15:guide id="4" orient="horz" pos="36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8A0C9FF-58F1-CD45-8973-0181D98B6C2D}"/>
              </a:ext>
            </a:extLst>
          </p:cNvPr>
          <p:cNvSpPr/>
          <p:nvPr userDrawn="1"/>
        </p:nvSpPr>
        <p:spPr>
          <a:xfrm>
            <a:off x="0" y="0"/>
            <a:ext cx="12192000" cy="222567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CFC5492-042F-1A4D-A02F-C6931C05F0A6}"/>
              </a:ext>
            </a:extLst>
          </p:cNvPr>
          <p:cNvGrpSpPr/>
          <p:nvPr userDrawn="1"/>
        </p:nvGrpSpPr>
        <p:grpSpPr>
          <a:xfrm>
            <a:off x="9685658" y="4741537"/>
            <a:ext cx="1910481" cy="1637630"/>
            <a:chOff x="15971246" y="7819145"/>
            <a:chExt cx="3150303" cy="2700573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7C30640-03D2-4B4F-9033-BB67C903DE31}"/>
                </a:ext>
              </a:extLst>
            </p:cNvPr>
            <p:cNvSpPr/>
            <p:nvPr/>
          </p:nvSpPr>
          <p:spPr>
            <a:xfrm>
              <a:off x="15971246" y="7819145"/>
              <a:ext cx="1619885" cy="1915795"/>
            </a:xfrm>
            <a:custGeom>
              <a:avLst/>
              <a:gdLst/>
              <a:ahLst/>
              <a:cxnLst/>
              <a:rect l="l" t="t" r="r" b="b"/>
              <a:pathLst>
                <a:path w="1619884" h="1915795">
                  <a:moveTo>
                    <a:pt x="957782" y="0"/>
                  </a:moveTo>
                  <a:lnTo>
                    <a:pt x="909979" y="1172"/>
                  </a:lnTo>
                  <a:lnTo>
                    <a:pt x="862783" y="4652"/>
                  </a:lnTo>
                  <a:lnTo>
                    <a:pt x="816248" y="10384"/>
                  </a:lnTo>
                  <a:lnTo>
                    <a:pt x="770430" y="18315"/>
                  </a:lnTo>
                  <a:lnTo>
                    <a:pt x="725383" y="28389"/>
                  </a:lnTo>
                  <a:lnTo>
                    <a:pt x="681162" y="40551"/>
                  </a:lnTo>
                  <a:lnTo>
                    <a:pt x="637822" y="54747"/>
                  </a:lnTo>
                  <a:lnTo>
                    <a:pt x="595418" y="70921"/>
                  </a:lnTo>
                  <a:lnTo>
                    <a:pt x="554005" y="89018"/>
                  </a:lnTo>
                  <a:lnTo>
                    <a:pt x="513638" y="108985"/>
                  </a:lnTo>
                  <a:lnTo>
                    <a:pt x="474371" y="130765"/>
                  </a:lnTo>
                  <a:lnTo>
                    <a:pt x="436260" y="154304"/>
                  </a:lnTo>
                  <a:lnTo>
                    <a:pt x="399358" y="179548"/>
                  </a:lnTo>
                  <a:lnTo>
                    <a:pt x="363722" y="206440"/>
                  </a:lnTo>
                  <a:lnTo>
                    <a:pt x="329406" y="234928"/>
                  </a:lnTo>
                  <a:lnTo>
                    <a:pt x="296465" y="264954"/>
                  </a:lnTo>
                  <a:lnTo>
                    <a:pt x="264954" y="296465"/>
                  </a:lnTo>
                  <a:lnTo>
                    <a:pt x="234928" y="329406"/>
                  </a:lnTo>
                  <a:lnTo>
                    <a:pt x="206440" y="363722"/>
                  </a:lnTo>
                  <a:lnTo>
                    <a:pt x="179548" y="399358"/>
                  </a:lnTo>
                  <a:lnTo>
                    <a:pt x="154304" y="436260"/>
                  </a:lnTo>
                  <a:lnTo>
                    <a:pt x="130765" y="474371"/>
                  </a:lnTo>
                  <a:lnTo>
                    <a:pt x="108985" y="513638"/>
                  </a:lnTo>
                  <a:lnTo>
                    <a:pt x="89018" y="554005"/>
                  </a:lnTo>
                  <a:lnTo>
                    <a:pt x="70921" y="595418"/>
                  </a:lnTo>
                  <a:lnTo>
                    <a:pt x="54747" y="637822"/>
                  </a:lnTo>
                  <a:lnTo>
                    <a:pt x="40551" y="681162"/>
                  </a:lnTo>
                  <a:lnTo>
                    <a:pt x="28389" y="725383"/>
                  </a:lnTo>
                  <a:lnTo>
                    <a:pt x="18315" y="770430"/>
                  </a:lnTo>
                  <a:lnTo>
                    <a:pt x="10384" y="816248"/>
                  </a:lnTo>
                  <a:lnTo>
                    <a:pt x="4652" y="862783"/>
                  </a:lnTo>
                  <a:lnTo>
                    <a:pt x="1172" y="909979"/>
                  </a:lnTo>
                  <a:lnTo>
                    <a:pt x="0" y="957782"/>
                  </a:lnTo>
                  <a:lnTo>
                    <a:pt x="1172" y="1005585"/>
                  </a:lnTo>
                  <a:lnTo>
                    <a:pt x="4652" y="1052781"/>
                  </a:lnTo>
                  <a:lnTo>
                    <a:pt x="10384" y="1099316"/>
                  </a:lnTo>
                  <a:lnTo>
                    <a:pt x="18315" y="1145134"/>
                  </a:lnTo>
                  <a:lnTo>
                    <a:pt x="28389" y="1190181"/>
                  </a:lnTo>
                  <a:lnTo>
                    <a:pt x="40551" y="1234402"/>
                  </a:lnTo>
                  <a:lnTo>
                    <a:pt x="54747" y="1277742"/>
                  </a:lnTo>
                  <a:lnTo>
                    <a:pt x="70921" y="1320146"/>
                  </a:lnTo>
                  <a:lnTo>
                    <a:pt x="89018" y="1361559"/>
                  </a:lnTo>
                  <a:lnTo>
                    <a:pt x="108985" y="1401926"/>
                  </a:lnTo>
                  <a:lnTo>
                    <a:pt x="130765" y="1441193"/>
                  </a:lnTo>
                  <a:lnTo>
                    <a:pt x="154304" y="1479304"/>
                  </a:lnTo>
                  <a:lnTo>
                    <a:pt x="179548" y="1516205"/>
                  </a:lnTo>
                  <a:lnTo>
                    <a:pt x="206440" y="1551841"/>
                  </a:lnTo>
                  <a:lnTo>
                    <a:pt x="234928" y="1586157"/>
                  </a:lnTo>
                  <a:lnTo>
                    <a:pt x="264954" y="1619098"/>
                  </a:lnTo>
                  <a:lnTo>
                    <a:pt x="296465" y="1650610"/>
                  </a:lnTo>
                  <a:lnTo>
                    <a:pt x="329406" y="1680636"/>
                  </a:lnTo>
                  <a:lnTo>
                    <a:pt x="363722" y="1709123"/>
                  </a:lnTo>
                  <a:lnTo>
                    <a:pt x="399358" y="1736016"/>
                  </a:lnTo>
                  <a:lnTo>
                    <a:pt x="436260" y="1761259"/>
                  </a:lnTo>
                  <a:lnTo>
                    <a:pt x="474371" y="1784799"/>
                  </a:lnTo>
                  <a:lnTo>
                    <a:pt x="513638" y="1806579"/>
                  </a:lnTo>
                  <a:lnTo>
                    <a:pt x="554005" y="1826545"/>
                  </a:lnTo>
                  <a:lnTo>
                    <a:pt x="595418" y="1844643"/>
                  </a:lnTo>
                  <a:lnTo>
                    <a:pt x="637822" y="1860817"/>
                  </a:lnTo>
                  <a:lnTo>
                    <a:pt x="681162" y="1875013"/>
                  </a:lnTo>
                  <a:lnTo>
                    <a:pt x="725383" y="1887175"/>
                  </a:lnTo>
                  <a:lnTo>
                    <a:pt x="770430" y="1897249"/>
                  </a:lnTo>
                  <a:lnTo>
                    <a:pt x="816248" y="1905179"/>
                  </a:lnTo>
                  <a:lnTo>
                    <a:pt x="862783" y="1910912"/>
                  </a:lnTo>
                  <a:lnTo>
                    <a:pt x="909979" y="1914392"/>
                  </a:lnTo>
                  <a:lnTo>
                    <a:pt x="957782" y="1915564"/>
                  </a:lnTo>
                  <a:lnTo>
                    <a:pt x="1008840" y="1914224"/>
                  </a:lnTo>
                  <a:lnTo>
                    <a:pt x="1059197" y="1910249"/>
                  </a:lnTo>
                  <a:lnTo>
                    <a:pt x="1108786" y="1903705"/>
                  </a:lnTo>
                  <a:lnTo>
                    <a:pt x="1157541" y="1894662"/>
                  </a:lnTo>
                  <a:lnTo>
                    <a:pt x="1205395" y="1883187"/>
                  </a:lnTo>
                  <a:lnTo>
                    <a:pt x="1252283" y="1869346"/>
                  </a:lnTo>
                  <a:lnTo>
                    <a:pt x="1298139" y="1853209"/>
                  </a:lnTo>
                  <a:lnTo>
                    <a:pt x="1342895" y="1834841"/>
                  </a:lnTo>
                  <a:lnTo>
                    <a:pt x="1386485" y="1814312"/>
                  </a:lnTo>
                  <a:lnTo>
                    <a:pt x="1428844" y="1791688"/>
                  </a:lnTo>
                  <a:lnTo>
                    <a:pt x="1469906" y="1767038"/>
                  </a:lnTo>
                  <a:lnTo>
                    <a:pt x="1509603" y="1740428"/>
                  </a:lnTo>
                  <a:lnTo>
                    <a:pt x="1547869" y="1711927"/>
                  </a:lnTo>
                  <a:lnTo>
                    <a:pt x="1584639" y="1681602"/>
                  </a:lnTo>
                  <a:lnTo>
                    <a:pt x="1619845" y="1649520"/>
                  </a:lnTo>
                  <a:lnTo>
                    <a:pt x="1586512" y="1616008"/>
                  </a:lnTo>
                  <a:lnTo>
                    <a:pt x="1554850" y="1580897"/>
                  </a:lnTo>
                  <a:lnTo>
                    <a:pt x="1524927" y="1544251"/>
                  </a:lnTo>
                  <a:lnTo>
                    <a:pt x="1496807" y="1506136"/>
                  </a:lnTo>
                  <a:lnTo>
                    <a:pt x="1470558" y="1466617"/>
                  </a:lnTo>
                  <a:lnTo>
                    <a:pt x="1446245" y="1425758"/>
                  </a:lnTo>
                  <a:lnTo>
                    <a:pt x="1423934" y="1383625"/>
                  </a:lnTo>
                  <a:lnTo>
                    <a:pt x="1403691" y="1340282"/>
                  </a:lnTo>
                  <a:lnTo>
                    <a:pt x="1385582" y="1295794"/>
                  </a:lnTo>
                  <a:lnTo>
                    <a:pt x="1369674" y="1250227"/>
                  </a:lnTo>
                  <a:lnTo>
                    <a:pt x="1356032" y="1203644"/>
                  </a:lnTo>
                  <a:lnTo>
                    <a:pt x="1344722" y="1156112"/>
                  </a:lnTo>
                  <a:lnTo>
                    <a:pt x="1335811" y="1107695"/>
                  </a:lnTo>
                  <a:lnTo>
                    <a:pt x="1329364" y="1058457"/>
                  </a:lnTo>
                  <a:lnTo>
                    <a:pt x="1325447" y="1008465"/>
                  </a:lnTo>
                  <a:lnTo>
                    <a:pt x="1324127" y="957782"/>
                  </a:lnTo>
                  <a:lnTo>
                    <a:pt x="1325624" y="904469"/>
                  </a:lnTo>
                  <a:lnTo>
                    <a:pt x="1330035" y="851938"/>
                  </a:lnTo>
                  <a:lnTo>
                    <a:pt x="1337238" y="800250"/>
                  </a:lnTo>
                  <a:lnTo>
                    <a:pt x="1347110" y="749464"/>
                  </a:lnTo>
                  <a:lnTo>
                    <a:pt x="752605" y="749464"/>
                  </a:lnTo>
                  <a:lnTo>
                    <a:pt x="752605" y="1166100"/>
                  </a:lnTo>
                  <a:lnTo>
                    <a:pt x="934207" y="1166359"/>
                  </a:lnTo>
                  <a:lnTo>
                    <a:pt x="1031259" y="1166800"/>
                  </a:lnTo>
                  <a:lnTo>
                    <a:pt x="1076624" y="1167742"/>
                  </a:lnTo>
                  <a:lnTo>
                    <a:pt x="1135383" y="1173609"/>
                  </a:lnTo>
                  <a:lnTo>
                    <a:pt x="1187269" y="1191141"/>
                  </a:lnTo>
                  <a:lnTo>
                    <a:pt x="1234544" y="1238121"/>
                  </a:lnTo>
                  <a:lnTo>
                    <a:pt x="1251633" y="1276798"/>
                  </a:lnTo>
                  <a:lnTo>
                    <a:pt x="1257635" y="1318601"/>
                  </a:lnTo>
                  <a:lnTo>
                    <a:pt x="1251511" y="1360586"/>
                  </a:lnTo>
                  <a:lnTo>
                    <a:pt x="1233632" y="1397762"/>
                  </a:lnTo>
                  <a:lnTo>
                    <a:pt x="1206753" y="1427435"/>
                  </a:lnTo>
                  <a:lnTo>
                    <a:pt x="1173341" y="1450327"/>
                  </a:lnTo>
                  <a:lnTo>
                    <a:pt x="1135860" y="1467159"/>
                  </a:lnTo>
                  <a:lnTo>
                    <a:pt x="1093287" y="1480106"/>
                  </a:lnTo>
                  <a:lnTo>
                    <a:pt x="1049318" y="1489580"/>
                  </a:lnTo>
                  <a:lnTo>
                    <a:pt x="1004101" y="1495398"/>
                  </a:lnTo>
                  <a:lnTo>
                    <a:pt x="957782" y="1497378"/>
                  </a:lnTo>
                  <a:lnTo>
                    <a:pt x="908667" y="1495173"/>
                  </a:lnTo>
                  <a:lnTo>
                    <a:pt x="860788" y="1488684"/>
                  </a:lnTo>
                  <a:lnTo>
                    <a:pt x="814335" y="1478102"/>
                  </a:lnTo>
                  <a:lnTo>
                    <a:pt x="769499" y="1463618"/>
                  </a:lnTo>
                  <a:lnTo>
                    <a:pt x="726469" y="1445423"/>
                  </a:lnTo>
                  <a:lnTo>
                    <a:pt x="685437" y="1423705"/>
                  </a:lnTo>
                  <a:lnTo>
                    <a:pt x="646592" y="1398657"/>
                  </a:lnTo>
                  <a:lnTo>
                    <a:pt x="610126" y="1370469"/>
                  </a:lnTo>
                  <a:lnTo>
                    <a:pt x="576229" y="1339330"/>
                  </a:lnTo>
                  <a:lnTo>
                    <a:pt x="545092" y="1305433"/>
                  </a:lnTo>
                  <a:lnTo>
                    <a:pt x="516904" y="1268967"/>
                  </a:lnTo>
                  <a:lnTo>
                    <a:pt x="491856" y="1230122"/>
                  </a:lnTo>
                  <a:lnTo>
                    <a:pt x="470139" y="1189090"/>
                  </a:lnTo>
                  <a:lnTo>
                    <a:pt x="451944" y="1146061"/>
                  </a:lnTo>
                  <a:lnTo>
                    <a:pt x="437461" y="1101225"/>
                  </a:lnTo>
                  <a:lnTo>
                    <a:pt x="426879" y="1054772"/>
                  </a:lnTo>
                  <a:lnTo>
                    <a:pt x="420391" y="1006895"/>
                  </a:lnTo>
                  <a:lnTo>
                    <a:pt x="418186" y="957782"/>
                  </a:lnTo>
                  <a:lnTo>
                    <a:pt x="420391" y="908667"/>
                  </a:lnTo>
                  <a:lnTo>
                    <a:pt x="426879" y="860788"/>
                  </a:lnTo>
                  <a:lnTo>
                    <a:pt x="437461" y="814335"/>
                  </a:lnTo>
                  <a:lnTo>
                    <a:pt x="451944" y="769497"/>
                  </a:lnTo>
                  <a:lnTo>
                    <a:pt x="470139" y="726467"/>
                  </a:lnTo>
                  <a:lnTo>
                    <a:pt x="491856" y="685434"/>
                  </a:lnTo>
                  <a:lnTo>
                    <a:pt x="516904" y="646589"/>
                  </a:lnTo>
                  <a:lnTo>
                    <a:pt x="545092" y="610122"/>
                  </a:lnTo>
                  <a:lnTo>
                    <a:pt x="576229" y="576224"/>
                  </a:lnTo>
                  <a:lnTo>
                    <a:pt x="610126" y="545085"/>
                  </a:lnTo>
                  <a:lnTo>
                    <a:pt x="646592" y="516897"/>
                  </a:lnTo>
                  <a:lnTo>
                    <a:pt x="685437" y="491848"/>
                  </a:lnTo>
                  <a:lnTo>
                    <a:pt x="726469" y="470131"/>
                  </a:lnTo>
                  <a:lnTo>
                    <a:pt x="769499" y="451935"/>
                  </a:lnTo>
                  <a:lnTo>
                    <a:pt x="814335" y="437451"/>
                  </a:lnTo>
                  <a:lnTo>
                    <a:pt x="860788" y="426869"/>
                  </a:lnTo>
                  <a:lnTo>
                    <a:pt x="908667" y="420380"/>
                  </a:lnTo>
                  <a:lnTo>
                    <a:pt x="957782" y="418175"/>
                  </a:lnTo>
                  <a:lnTo>
                    <a:pt x="1009038" y="420581"/>
                  </a:lnTo>
                  <a:lnTo>
                    <a:pt x="1058932" y="427654"/>
                  </a:lnTo>
                  <a:lnTo>
                    <a:pt x="1107249" y="439174"/>
                  </a:lnTo>
                  <a:lnTo>
                    <a:pt x="1153773" y="454925"/>
                  </a:lnTo>
                  <a:lnTo>
                    <a:pt x="1198288" y="474688"/>
                  </a:lnTo>
                  <a:lnTo>
                    <a:pt x="1240579" y="498244"/>
                  </a:lnTo>
                  <a:lnTo>
                    <a:pt x="1280430" y="525376"/>
                  </a:lnTo>
                  <a:lnTo>
                    <a:pt x="1317627" y="555866"/>
                  </a:lnTo>
                  <a:lnTo>
                    <a:pt x="1351953" y="589494"/>
                  </a:lnTo>
                  <a:lnTo>
                    <a:pt x="1383193" y="626043"/>
                  </a:lnTo>
                  <a:lnTo>
                    <a:pt x="1401281" y="580701"/>
                  </a:lnTo>
                  <a:lnTo>
                    <a:pt x="1421585" y="536540"/>
                  </a:lnTo>
                  <a:lnTo>
                    <a:pt x="1444035" y="493628"/>
                  </a:lnTo>
                  <a:lnTo>
                    <a:pt x="1468561" y="452028"/>
                  </a:lnTo>
                  <a:lnTo>
                    <a:pt x="1495091" y="411808"/>
                  </a:lnTo>
                  <a:lnTo>
                    <a:pt x="1523556" y="373033"/>
                  </a:lnTo>
                  <a:lnTo>
                    <a:pt x="1553883" y="335768"/>
                  </a:lnTo>
                  <a:lnTo>
                    <a:pt x="1586003" y="300079"/>
                  </a:lnTo>
                  <a:lnTo>
                    <a:pt x="1619845" y="266033"/>
                  </a:lnTo>
                  <a:lnTo>
                    <a:pt x="1584639" y="233954"/>
                  </a:lnTo>
                  <a:lnTo>
                    <a:pt x="1547869" y="203630"/>
                  </a:lnTo>
                  <a:lnTo>
                    <a:pt x="1509603" y="175130"/>
                  </a:lnTo>
                  <a:lnTo>
                    <a:pt x="1469906" y="148522"/>
                  </a:lnTo>
                  <a:lnTo>
                    <a:pt x="1428844" y="123872"/>
                  </a:lnTo>
                  <a:lnTo>
                    <a:pt x="1386485" y="101250"/>
                  </a:lnTo>
                  <a:lnTo>
                    <a:pt x="1342895" y="80721"/>
                  </a:lnTo>
                  <a:lnTo>
                    <a:pt x="1298139" y="62354"/>
                  </a:lnTo>
                  <a:lnTo>
                    <a:pt x="1252283" y="46217"/>
                  </a:lnTo>
                  <a:lnTo>
                    <a:pt x="1205395" y="32377"/>
                  </a:lnTo>
                  <a:lnTo>
                    <a:pt x="1157541" y="20901"/>
                  </a:lnTo>
                  <a:lnTo>
                    <a:pt x="1108786" y="11858"/>
                  </a:lnTo>
                  <a:lnTo>
                    <a:pt x="1059197" y="5315"/>
                  </a:lnTo>
                  <a:lnTo>
                    <a:pt x="1008840" y="1340"/>
                  </a:lnTo>
                  <a:lnTo>
                    <a:pt x="957782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BD55A7A-B4CE-8646-A48C-9CEEEDC3DEC2}"/>
                </a:ext>
              </a:extLst>
            </p:cNvPr>
            <p:cNvSpPr/>
            <p:nvPr/>
          </p:nvSpPr>
          <p:spPr>
            <a:xfrm>
              <a:off x="17977795" y="8501560"/>
              <a:ext cx="551180" cy="551180"/>
            </a:xfrm>
            <a:custGeom>
              <a:avLst/>
              <a:gdLst/>
              <a:ahLst/>
              <a:cxnLst/>
              <a:rect l="l" t="t" r="r" b="b"/>
              <a:pathLst>
                <a:path w="551180" h="551179">
                  <a:moveTo>
                    <a:pt x="275363" y="0"/>
                  </a:moveTo>
                  <a:lnTo>
                    <a:pt x="225866" y="4436"/>
                  </a:lnTo>
                  <a:lnTo>
                    <a:pt x="179280" y="17228"/>
                  </a:lnTo>
                  <a:lnTo>
                    <a:pt x="136382" y="37597"/>
                  </a:lnTo>
                  <a:lnTo>
                    <a:pt x="97950" y="64765"/>
                  </a:lnTo>
                  <a:lnTo>
                    <a:pt x="64761" y="97954"/>
                  </a:lnTo>
                  <a:lnTo>
                    <a:pt x="37595" y="136386"/>
                  </a:lnTo>
                  <a:lnTo>
                    <a:pt x="17227" y="179284"/>
                  </a:lnTo>
                  <a:lnTo>
                    <a:pt x="4436" y="225869"/>
                  </a:lnTo>
                  <a:lnTo>
                    <a:pt x="0" y="275363"/>
                  </a:lnTo>
                  <a:lnTo>
                    <a:pt x="4436" y="324860"/>
                  </a:lnTo>
                  <a:lnTo>
                    <a:pt x="17227" y="371446"/>
                  </a:lnTo>
                  <a:lnTo>
                    <a:pt x="37595" y="414344"/>
                  </a:lnTo>
                  <a:lnTo>
                    <a:pt x="64761" y="452776"/>
                  </a:lnTo>
                  <a:lnTo>
                    <a:pt x="97950" y="485964"/>
                  </a:lnTo>
                  <a:lnTo>
                    <a:pt x="136382" y="513131"/>
                  </a:lnTo>
                  <a:lnTo>
                    <a:pt x="179280" y="533499"/>
                  </a:lnTo>
                  <a:lnTo>
                    <a:pt x="225866" y="546290"/>
                  </a:lnTo>
                  <a:lnTo>
                    <a:pt x="275363" y="550726"/>
                  </a:lnTo>
                  <a:lnTo>
                    <a:pt x="324860" y="546290"/>
                  </a:lnTo>
                  <a:lnTo>
                    <a:pt x="371446" y="533499"/>
                  </a:lnTo>
                  <a:lnTo>
                    <a:pt x="414344" y="513131"/>
                  </a:lnTo>
                  <a:lnTo>
                    <a:pt x="452776" y="485964"/>
                  </a:lnTo>
                  <a:lnTo>
                    <a:pt x="485964" y="452776"/>
                  </a:lnTo>
                  <a:lnTo>
                    <a:pt x="513131" y="414344"/>
                  </a:lnTo>
                  <a:lnTo>
                    <a:pt x="533499" y="371446"/>
                  </a:lnTo>
                  <a:lnTo>
                    <a:pt x="546290" y="324860"/>
                  </a:lnTo>
                  <a:lnTo>
                    <a:pt x="550726" y="275363"/>
                  </a:lnTo>
                  <a:lnTo>
                    <a:pt x="546290" y="225869"/>
                  </a:lnTo>
                  <a:lnTo>
                    <a:pt x="533499" y="179284"/>
                  </a:lnTo>
                  <a:lnTo>
                    <a:pt x="513131" y="136386"/>
                  </a:lnTo>
                  <a:lnTo>
                    <a:pt x="485964" y="97954"/>
                  </a:lnTo>
                  <a:lnTo>
                    <a:pt x="452776" y="64765"/>
                  </a:lnTo>
                  <a:lnTo>
                    <a:pt x="414344" y="37597"/>
                  </a:lnTo>
                  <a:lnTo>
                    <a:pt x="371446" y="17228"/>
                  </a:lnTo>
                  <a:lnTo>
                    <a:pt x="324860" y="4436"/>
                  </a:lnTo>
                  <a:lnTo>
                    <a:pt x="275363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96C9BB6-7CFF-4F4B-AFF0-043B37ACA0F2}"/>
                </a:ext>
              </a:extLst>
            </p:cNvPr>
            <p:cNvSpPr/>
            <p:nvPr/>
          </p:nvSpPr>
          <p:spPr>
            <a:xfrm>
              <a:off x="17023886" y="10074883"/>
              <a:ext cx="379095" cy="427990"/>
            </a:xfrm>
            <a:custGeom>
              <a:avLst/>
              <a:gdLst/>
              <a:ahLst/>
              <a:cxnLst/>
              <a:rect l="l" t="t" r="r" b="b"/>
              <a:pathLst>
                <a:path w="379094" h="427990">
                  <a:moveTo>
                    <a:pt x="372302" y="0"/>
                  </a:moveTo>
                  <a:lnTo>
                    <a:pt x="364271" y="0"/>
                  </a:lnTo>
                  <a:lnTo>
                    <a:pt x="283048" y="0"/>
                  </a:lnTo>
                  <a:lnTo>
                    <a:pt x="276536" y="6512"/>
                  </a:lnTo>
                  <a:lnTo>
                    <a:pt x="276536" y="254599"/>
                  </a:lnTo>
                  <a:lnTo>
                    <a:pt x="273122" y="255573"/>
                  </a:lnTo>
                  <a:lnTo>
                    <a:pt x="116928" y="4334"/>
                  </a:lnTo>
                  <a:lnTo>
                    <a:pt x="109138" y="0"/>
                  </a:lnTo>
                  <a:lnTo>
                    <a:pt x="651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12" y="427924"/>
                  </a:lnTo>
                  <a:lnTo>
                    <a:pt x="95756" y="427924"/>
                  </a:lnTo>
                  <a:lnTo>
                    <a:pt x="102269" y="421411"/>
                  </a:lnTo>
                  <a:lnTo>
                    <a:pt x="102269" y="167638"/>
                  </a:lnTo>
                  <a:lnTo>
                    <a:pt x="105682" y="166665"/>
                  </a:lnTo>
                  <a:lnTo>
                    <a:pt x="264693" y="422573"/>
                  </a:lnTo>
                  <a:lnTo>
                    <a:pt x="272379" y="426897"/>
                  </a:lnTo>
                  <a:lnTo>
                    <a:pt x="372219" y="427850"/>
                  </a:lnTo>
                  <a:lnTo>
                    <a:pt x="378815" y="421317"/>
                  </a:lnTo>
                  <a:lnTo>
                    <a:pt x="378815" y="6512"/>
                  </a:lnTo>
                  <a:lnTo>
                    <a:pt x="372302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1C9CE851-8646-544F-9209-6CE440E484CE}"/>
                </a:ext>
              </a:extLst>
            </p:cNvPr>
            <p:cNvSpPr/>
            <p:nvPr/>
          </p:nvSpPr>
          <p:spPr>
            <a:xfrm>
              <a:off x="17909254" y="10074885"/>
              <a:ext cx="332105" cy="427990"/>
            </a:xfrm>
            <a:custGeom>
              <a:avLst/>
              <a:gdLst/>
              <a:ahLst/>
              <a:cxnLst/>
              <a:rect l="l" t="t" r="r" b="b"/>
              <a:pathLst>
                <a:path w="332105" h="427990">
                  <a:moveTo>
                    <a:pt x="325539" y="0"/>
                  </a:moveTo>
                  <a:lnTo>
                    <a:pt x="6512" y="0"/>
                  </a:lnTo>
                  <a:lnTo>
                    <a:pt x="0" y="6512"/>
                  </a:lnTo>
                  <a:lnTo>
                    <a:pt x="0" y="92416"/>
                  </a:lnTo>
                  <a:lnTo>
                    <a:pt x="6512" y="98928"/>
                  </a:lnTo>
                  <a:lnTo>
                    <a:pt x="14544" y="98928"/>
                  </a:lnTo>
                  <a:lnTo>
                    <a:pt x="112551" y="98928"/>
                  </a:lnTo>
                  <a:lnTo>
                    <a:pt x="114876" y="101253"/>
                  </a:lnTo>
                  <a:lnTo>
                    <a:pt x="114876" y="421411"/>
                  </a:lnTo>
                  <a:lnTo>
                    <a:pt x="121388" y="427924"/>
                  </a:lnTo>
                  <a:lnTo>
                    <a:pt x="210642" y="427924"/>
                  </a:lnTo>
                  <a:lnTo>
                    <a:pt x="217155" y="421411"/>
                  </a:lnTo>
                  <a:lnTo>
                    <a:pt x="217155" y="101253"/>
                  </a:lnTo>
                  <a:lnTo>
                    <a:pt x="219480" y="98928"/>
                  </a:lnTo>
                  <a:lnTo>
                    <a:pt x="325539" y="98928"/>
                  </a:lnTo>
                  <a:lnTo>
                    <a:pt x="332042" y="92416"/>
                  </a:lnTo>
                  <a:lnTo>
                    <a:pt x="332042" y="6512"/>
                  </a:lnTo>
                  <a:lnTo>
                    <a:pt x="32553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0BE1CA6B-21EE-294F-AE79-4C005A445543}"/>
                </a:ext>
              </a:extLst>
            </p:cNvPr>
            <p:cNvSpPr/>
            <p:nvPr/>
          </p:nvSpPr>
          <p:spPr>
            <a:xfrm>
              <a:off x="16591795" y="10074885"/>
              <a:ext cx="327660" cy="427990"/>
            </a:xfrm>
            <a:custGeom>
              <a:avLst/>
              <a:gdLst/>
              <a:ahLst/>
              <a:cxnLst/>
              <a:rect l="l" t="t" r="r" b="b"/>
              <a:pathLst>
                <a:path w="327659" h="427990">
                  <a:moveTo>
                    <a:pt x="315927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02" y="427924"/>
                  </a:lnTo>
                  <a:lnTo>
                    <a:pt x="14544" y="427924"/>
                  </a:lnTo>
                  <a:lnTo>
                    <a:pt x="321121" y="427924"/>
                  </a:lnTo>
                  <a:lnTo>
                    <a:pt x="327634" y="421411"/>
                  </a:lnTo>
                  <a:lnTo>
                    <a:pt x="327634" y="335508"/>
                  </a:lnTo>
                  <a:lnTo>
                    <a:pt x="321121" y="328995"/>
                  </a:lnTo>
                  <a:lnTo>
                    <a:pt x="104604" y="328995"/>
                  </a:lnTo>
                  <a:lnTo>
                    <a:pt x="102269" y="326670"/>
                  </a:lnTo>
                  <a:lnTo>
                    <a:pt x="102269" y="261939"/>
                  </a:lnTo>
                  <a:lnTo>
                    <a:pt x="104604" y="259625"/>
                  </a:lnTo>
                  <a:lnTo>
                    <a:pt x="293027" y="259625"/>
                  </a:lnTo>
                  <a:lnTo>
                    <a:pt x="299540" y="253112"/>
                  </a:lnTo>
                  <a:lnTo>
                    <a:pt x="299540" y="169816"/>
                  </a:lnTo>
                  <a:lnTo>
                    <a:pt x="293027" y="163303"/>
                  </a:lnTo>
                  <a:lnTo>
                    <a:pt x="104604" y="163303"/>
                  </a:lnTo>
                  <a:lnTo>
                    <a:pt x="102269" y="160979"/>
                  </a:lnTo>
                  <a:lnTo>
                    <a:pt x="102269" y="101253"/>
                  </a:lnTo>
                  <a:lnTo>
                    <a:pt x="104604" y="98928"/>
                  </a:lnTo>
                  <a:lnTo>
                    <a:pt x="315927" y="98928"/>
                  </a:lnTo>
                  <a:lnTo>
                    <a:pt x="322440" y="92416"/>
                  </a:lnTo>
                  <a:lnTo>
                    <a:pt x="322440" y="6512"/>
                  </a:lnTo>
                  <a:lnTo>
                    <a:pt x="31592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1D428986-EB66-5842-B6A5-D26A5C2B152A}"/>
                </a:ext>
              </a:extLst>
            </p:cNvPr>
            <p:cNvSpPr/>
            <p:nvPr/>
          </p:nvSpPr>
          <p:spPr>
            <a:xfrm>
              <a:off x="17536679" y="10074885"/>
              <a:ext cx="327660" cy="427990"/>
            </a:xfrm>
            <a:custGeom>
              <a:avLst/>
              <a:gdLst/>
              <a:ahLst/>
              <a:cxnLst/>
              <a:rect l="l" t="t" r="r" b="b"/>
              <a:pathLst>
                <a:path w="327659" h="427990">
                  <a:moveTo>
                    <a:pt x="315938" y="0"/>
                  </a:moveTo>
                  <a:lnTo>
                    <a:pt x="651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12" y="427924"/>
                  </a:lnTo>
                  <a:lnTo>
                    <a:pt x="14544" y="427924"/>
                  </a:lnTo>
                  <a:lnTo>
                    <a:pt x="321121" y="427924"/>
                  </a:lnTo>
                  <a:lnTo>
                    <a:pt x="327634" y="421411"/>
                  </a:lnTo>
                  <a:lnTo>
                    <a:pt x="327634" y="335508"/>
                  </a:lnTo>
                  <a:lnTo>
                    <a:pt x="321121" y="328995"/>
                  </a:lnTo>
                  <a:lnTo>
                    <a:pt x="104604" y="328995"/>
                  </a:lnTo>
                  <a:lnTo>
                    <a:pt x="102279" y="326670"/>
                  </a:lnTo>
                  <a:lnTo>
                    <a:pt x="102279" y="261939"/>
                  </a:lnTo>
                  <a:lnTo>
                    <a:pt x="104604" y="259625"/>
                  </a:lnTo>
                  <a:lnTo>
                    <a:pt x="293027" y="259625"/>
                  </a:lnTo>
                  <a:lnTo>
                    <a:pt x="299540" y="253112"/>
                  </a:lnTo>
                  <a:lnTo>
                    <a:pt x="299540" y="169816"/>
                  </a:lnTo>
                  <a:lnTo>
                    <a:pt x="293027" y="163303"/>
                  </a:lnTo>
                  <a:lnTo>
                    <a:pt x="104604" y="163303"/>
                  </a:lnTo>
                  <a:lnTo>
                    <a:pt x="102279" y="160979"/>
                  </a:lnTo>
                  <a:lnTo>
                    <a:pt x="102279" y="101253"/>
                  </a:lnTo>
                  <a:lnTo>
                    <a:pt x="104604" y="98928"/>
                  </a:lnTo>
                  <a:lnTo>
                    <a:pt x="315938" y="98928"/>
                  </a:lnTo>
                  <a:lnTo>
                    <a:pt x="322450" y="92416"/>
                  </a:lnTo>
                  <a:lnTo>
                    <a:pt x="322450" y="6512"/>
                  </a:lnTo>
                  <a:lnTo>
                    <a:pt x="315938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0">
              <a:extLst>
                <a:ext uri="{FF2B5EF4-FFF2-40B4-BE49-F238E27FC236}">
                  <a16:creationId xmlns:a16="http://schemas.microsoft.com/office/drawing/2014/main" id="{B4CB2ACF-9771-FB43-A40B-69CA07668469}"/>
                </a:ext>
              </a:extLst>
            </p:cNvPr>
            <p:cNvSpPr/>
            <p:nvPr/>
          </p:nvSpPr>
          <p:spPr>
            <a:xfrm>
              <a:off x="18300926" y="10074885"/>
              <a:ext cx="327660" cy="427990"/>
            </a:xfrm>
            <a:custGeom>
              <a:avLst/>
              <a:gdLst/>
              <a:ahLst/>
              <a:cxnLst/>
              <a:rect l="l" t="t" r="r" b="b"/>
              <a:pathLst>
                <a:path w="327659" h="427990">
                  <a:moveTo>
                    <a:pt x="315927" y="0"/>
                  </a:moveTo>
                  <a:lnTo>
                    <a:pt x="6502" y="0"/>
                  </a:lnTo>
                  <a:lnTo>
                    <a:pt x="0" y="6512"/>
                  </a:lnTo>
                  <a:lnTo>
                    <a:pt x="0" y="421411"/>
                  </a:lnTo>
                  <a:lnTo>
                    <a:pt x="6502" y="427924"/>
                  </a:lnTo>
                  <a:lnTo>
                    <a:pt x="14544" y="427924"/>
                  </a:lnTo>
                  <a:lnTo>
                    <a:pt x="321121" y="427924"/>
                  </a:lnTo>
                  <a:lnTo>
                    <a:pt x="327634" y="421411"/>
                  </a:lnTo>
                  <a:lnTo>
                    <a:pt x="327634" y="335508"/>
                  </a:lnTo>
                  <a:lnTo>
                    <a:pt x="321121" y="328995"/>
                  </a:lnTo>
                  <a:lnTo>
                    <a:pt x="104604" y="328995"/>
                  </a:lnTo>
                  <a:lnTo>
                    <a:pt x="102269" y="326670"/>
                  </a:lnTo>
                  <a:lnTo>
                    <a:pt x="102269" y="261939"/>
                  </a:lnTo>
                  <a:lnTo>
                    <a:pt x="104604" y="259625"/>
                  </a:lnTo>
                  <a:lnTo>
                    <a:pt x="293027" y="259625"/>
                  </a:lnTo>
                  <a:lnTo>
                    <a:pt x="299540" y="253112"/>
                  </a:lnTo>
                  <a:lnTo>
                    <a:pt x="299540" y="169816"/>
                  </a:lnTo>
                  <a:lnTo>
                    <a:pt x="293027" y="163303"/>
                  </a:lnTo>
                  <a:lnTo>
                    <a:pt x="104604" y="163303"/>
                  </a:lnTo>
                  <a:lnTo>
                    <a:pt x="102269" y="160979"/>
                  </a:lnTo>
                  <a:lnTo>
                    <a:pt x="102269" y="101253"/>
                  </a:lnTo>
                  <a:lnTo>
                    <a:pt x="104604" y="98928"/>
                  </a:lnTo>
                  <a:lnTo>
                    <a:pt x="315927" y="98928"/>
                  </a:lnTo>
                  <a:lnTo>
                    <a:pt x="322440" y="92416"/>
                  </a:lnTo>
                  <a:lnTo>
                    <a:pt x="322440" y="6512"/>
                  </a:lnTo>
                  <a:lnTo>
                    <a:pt x="31592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1">
              <a:extLst>
                <a:ext uri="{FF2B5EF4-FFF2-40B4-BE49-F238E27FC236}">
                  <a16:creationId xmlns:a16="http://schemas.microsoft.com/office/drawing/2014/main" id="{A8E654FD-742E-EC44-865B-23F84DDAD9EA}"/>
                </a:ext>
              </a:extLst>
            </p:cNvPr>
            <p:cNvSpPr/>
            <p:nvPr/>
          </p:nvSpPr>
          <p:spPr>
            <a:xfrm>
              <a:off x="18689749" y="10058709"/>
              <a:ext cx="431800" cy="460375"/>
            </a:xfrm>
            <a:custGeom>
              <a:avLst/>
              <a:gdLst/>
              <a:ahLst/>
              <a:cxnLst/>
              <a:rect l="l" t="t" r="r" b="b"/>
              <a:pathLst>
                <a:path w="431800" h="460375">
                  <a:moveTo>
                    <a:pt x="229972" y="0"/>
                  </a:moveTo>
                  <a:lnTo>
                    <a:pt x="188090" y="3757"/>
                  </a:lnTo>
                  <a:lnTo>
                    <a:pt x="147023" y="14938"/>
                  </a:lnTo>
                  <a:lnTo>
                    <a:pt x="108238" y="33402"/>
                  </a:lnTo>
                  <a:lnTo>
                    <a:pt x="73207" y="59011"/>
                  </a:lnTo>
                  <a:lnTo>
                    <a:pt x="43398" y="91626"/>
                  </a:lnTo>
                  <a:lnTo>
                    <a:pt x="20280" y="131108"/>
                  </a:lnTo>
                  <a:lnTo>
                    <a:pt x="5324" y="177318"/>
                  </a:lnTo>
                  <a:lnTo>
                    <a:pt x="0" y="230118"/>
                  </a:lnTo>
                  <a:lnTo>
                    <a:pt x="5324" y="283026"/>
                  </a:lnTo>
                  <a:lnTo>
                    <a:pt x="20280" y="329239"/>
                  </a:lnTo>
                  <a:lnTo>
                    <a:pt x="43398" y="368723"/>
                  </a:lnTo>
                  <a:lnTo>
                    <a:pt x="73207" y="401339"/>
                  </a:lnTo>
                  <a:lnTo>
                    <a:pt x="108238" y="426949"/>
                  </a:lnTo>
                  <a:lnTo>
                    <a:pt x="147023" y="445414"/>
                  </a:lnTo>
                  <a:lnTo>
                    <a:pt x="188090" y="456594"/>
                  </a:lnTo>
                  <a:lnTo>
                    <a:pt x="229972" y="460352"/>
                  </a:lnTo>
                  <a:lnTo>
                    <a:pt x="281744" y="454715"/>
                  </a:lnTo>
                  <a:lnTo>
                    <a:pt x="329284" y="438548"/>
                  </a:lnTo>
                  <a:lnTo>
                    <a:pt x="370923" y="412967"/>
                  </a:lnTo>
                  <a:lnTo>
                    <a:pt x="404991" y="379086"/>
                  </a:lnTo>
                  <a:lnTo>
                    <a:pt x="429819" y="338021"/>
                  </a:lnTo>
                  <a:lnTo>
                    <a:pt x="431199" y="331707"/>
                  </a:lnTo>
                  <a:lnTo>
                    <a:pt x="430043" y="325593"/>
                  </a:lnTo>
                  <a:lnTo>
                    <a:pt x="426631" y="320400"/>
                  </a:lnTo>
                  <a:lnTo>
                    <a:pt x="421243" y="316848"/>
                  </a:lnTo>
                  <a:lnTo>
                    <a:pt x="352271" y="289582"/>
                  </a:lnTo>
                  <a:lnTo>
                    <a:pt x="345350" y="286839"/>
                  </a:lnTo>
                  <a:lnTo>
                    <a:pt x="337340" y="289614"/>
                  </a:lnTo>
                  <a:lnTo>
                    <a:pt x="333895" y="296210"/>
                  </a:lnTo>
                  <a:lnTo>
                    <a:pt x="315555" y="322855"/>
                  </a:lnTo>
                  <a:lnTo>
                    <a:pt x="292377" y="341587"/>
                  </a:lnTo>
                  <a:lnTo>
                    <a:pt x="263990" y="352649"/>
                  </a:lnTo>
                  <a:lnTo>
                    <a:pt x="230024" y="356282"/>
                  </a:lnTo>
                  <a:lnTo>
                    <a:pt x="192734" y="349588"/>
                  </a:lnTo>
                  <a:lnTo>
                    <a:pt x="155546" y="327921"/>
                  </a:lnTo>
                  <a:lnTo>
                    <a:pt x="126982" y="288908"/>
                  </a:lnTo>
                  <a:lnTo>
                    <a:pt x="115567" y="230171"/>
                  </a:lnTo>
                  <a:lnTo>
                    <a:pt x="126982" y="171433"/>
                  </a:lnTo>
                  <a:lnTo>
                    <a:pt x="155546" y="132420"/>
                  </a:lnTo>
                  <a:lnTo>
                    <a:pt x="192734" y="110753"/>
                  </a:lnTo>
                  <a:lnTo>
                    <a:pt x="230024" y="104059"/>
                  </a:lnTo>
                  <a:lnTo>
                    <a:pt x="263990" y="107693"/>
                  </a:lnTo>
                  <a:lnTo>
                    <a:pt x="292377" y="118755"/>
                  </a:lnTo>
                  <a:lnTo>
                    <a:pt x="315555" y="137490"/>
                  </a:lnTo>
                  <a:lnTo>
                    <a:pt x="333895" y="164141"/>
                  </a:lnTo>
                  <a:lnTo>
                    <a:pt x="337340" y="170727"/>
                  </a:lnTo>
                  <a:lnTo>
                    <a:pt x="345350" y="173502"/>
                  </a:lnTo>
                  <a:lnTo>
                    <a:pt x="421243" y="143493"/>
                  </a:lnTo>
                  <a:lnTo>
                    <a:pt x="426631" y="139946"/>
                  </a:lnTo>
                  <a:lnTo>
                    <a:pt x="430043" y="134752"/>
                  </a:lnTo>
                  <a:lnTo>
                    <a:pt x="431199" y="128635"/>
                  </a:lnTo>
                  <a:lnTo>
                    <a:pt x="429819" y="122320"/>
                  </a:lnTo>
                  <a:lnTo>
                    <a:pt x="404991" y="81260"/>
                  </a:lnTo>
                  <a:lnTo>
                    <a:pt x="370923" y="47382"/>
                  </a:lnTo>
                  <a:lnTo>
                    <a:pt x="329284" y="21802"/>
                  </a:lnTo>
                  <a:lnTo>
                    <a:pt x="281744" y="5636"/>
                  </a:lnTo>
                  <a:lnTo>
                    <a:pt x="229972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2">
              <a:extLst>
                <a:ext uri="{FF2B5EF4-FFF2-40B4-BE49-F238E27FC236}">
                  <a16:creationId xmlns:a16="http://schemas.microsoft.com/office/drawing/2014/main" id="{7A832EAB-2F45-7E40-81F5-4EC3AC3028F5}"/>
                </a:ext>
              </a:extLst>
            </p:cNvPr>
            <p:cNvSpPr/>
            <p:nvPr/>
          </p:nvSpPr>
          <p:spPr>
            <a:xfrm>
              <a:off x="16061236" y="10058709"/>
              <a:ext cx="422909" cy="461009"/>
            </a:xfrm>
            <a:custGeom>
              <a:avLst/>
              <a:gdLst/>
              <a:ahLst/>
              <a:cxnLst/>
              <a:rect l="l" t="t" r="r" b="b"/>
              <a:pathLst>
                <a:path w="422909" h="461009">
                  <a:moveTo>
                    <a:pt x="229982" y="0"/>
                  </a:moveTo>
                  <a:lnTo>
                    <a:pt x="188092" y="3759"/>
                  </a:lnTo>
                  <a:lnTo>
                    <a:pt x="147015" y="14944"/>
                  </a:lnTo>
                  <a:lnTo>
                    <a:pt x="108222" y="33416"/>
                  </a:lnTo>
                  <a:lnTo>
                    <a:pt x="73184" y="59036"/>
                  </a:lnTo>
                  <a:lnTo>
                    <a:pt x="43372" y="91665"/>
                  </a:lnTo>
                  <a:lnTo>
                    <a:pt x="20257" y="131165"/>
                  </a:lnTo>
                  <a:lnTo>
                    <a:pt x="5309" y="177398"/>
                  </a:lnTo>
                  <a:lnTo>
                    <a:pt x="0" y="230223"/>
                  </a:lnTo>
                  <a:lnTo>
                    <a:pt x="5676" y="282396"/>
                  </a:lnTo>
                  <a:lnTo>
                    <a:pt x="21592" y="328337"/>
                  </a:lnTo>
                  <a:lnTo>
                    <a:pt x="46082" y="367822"/>
                  </a:lnTo>
                  <a:lnTo>
                    <a:pt x="77476" y="400629"/>
                  </a:lnTo>
                  <a:lnTo>
                    <a:pt x="114108" y="426533"/>
                  </a:lnTo>
                  <a:lnTo>
                    <a:pt x="154308" y="445312"/>
                  </a:lnTo>
                  <a:lnTo>
                    <a:pt x="196410" y="456743"/>
                  </a:lnTo>
                  <a:lnTo>
                    <a:pt x="238746" y="460603"/>
                  </a:lnTo>
                  <a:lnTo>
                    <a:pt x="287952" y="457484"/>
                  </a:lnTo>
                  <a:lnTo>
                    <a:pt x="333557" y="448157"/>
                  </a:lnTo>
                  <a:lnTo>
                    <a:pt x="375162" y="432672"/>
                  </a:lnTo>
                  <a:lnTo>
                    <a:pt x="412364" y="411076"/>
                  </a:lnTo>
                  <a:lnTo>
                    <a:pt x="422500" y="399150"/>
                  </a:lnTo>
                  <a:lnTo>
                    <a:pt x="422489" y="203030"/>
                  </a:lnTo>
                  <a:lnTo>
                    <a:pt x="254463" y="196517"/>
                  </a:lnTo>
                  <a:lnTo>
                    <a:pt x="247950" y="286315"/>
                  </a:lnTo>
                  <a:lnTo>
                    <a:pt x="317917" y="292839"/>
                  </a:lnTo>
                  <a:lnTo>
                    <a:pt x="320231" y="295153"/>
                  </a:lnTo>
                  <a:lnTo>
                    <a:pt x="320231" y="339654"/>
                  </a:lnTo>
                  <a:lnTo>
                    <a:pt x="277091" y="354641"/>
                  </a:lnTo>
                  <a:lnTo>
                    <a:pt x="255644" y="356352"/>
                  </a:lnTo>
                  <a:lnTo>
                    <a:pt x="230506" y="356282"/>
                  </a:lnTo>
                  <a:lnTo>
                    <a:pt x="194541" y="349514"/>
                  </a:lnTo>
                  <a:lnTo>
                    <a:pt x="157031" y="328832"/>
                  </a:lnTo>
                  <a:lnTo>
                    <a:pt x="127524" y="290348"/>
                  </a:lnTo>
                  <a:lnTo>
                    <a:pt x="115567" y="230171"/>
                  </a:lnTo>
                  <a:lnTo>
                    <a:pt x="126982" y="171433"/>
                  </a:lnTo>
                  <a:lnTo>
                    <a:pt x="155546" y="132420"/>
                  </a:lnTo>
                  <a:lnTo>
                    <a:pt x="192734" y="110753"/>
                  </a:lnTo>
                  <a:lnTo>
                    <a:pt x="230024" y="104059"/>
                  </a:lnTo>
                  <a:lnTo>
                    <a:pt x="258196" y="106507"/>
                  </a:lnTo>
                  <a:lnTo>
                    <a:pt x="282579" y="113923"/>
                  </a:lnTo>
                  <a:lnTo>
                    <a:pt x="303390" y="126411"/>
                  </a:lnTo>
                  <a:lnTo>
                    <a:pt x="320848" y="144079"/>
                  </a:lnTo>
                  <a:lnTo>
                    <a:pt x="325665" y="150257"/>
                  </a:lnTo>
                  <a:lnTo>
                    <a:pt x="334544" y="151429"/>
                  </a:lnTo>
                  <a:lnTo>
                    <a:pt x="400919" y="102509"/>
                  </a:lnTo>
                  <a:lnTo>
                    <a:pt x="405225" y="97690"/>
                  </a:lnTo>
                  <a:lnTo>
                    <a:pt x="407189" y="91787"/>
                  </a:lnTo>
                  <a:lnTo>
                    <a:pt x="406730" y="85570"/>
                  </a:lnTo>
                  <a:lnTo>
                    <a:pt x="403767" y="79809"/>
                  </a:lnTo>
                  <a:lnTo>
                    <a:pt x="369759" y="46524"/>
                  </a:lnTo>
                  <a:lnTo>
                    <a:pt x="328383" y="21402"/>
                  </a:lnTo>
                  <a:lnTo>
                    <a:pt x="281254" y="5531"/>
                  </a:lnTo>
                  <a:lnTo>
                    <a:pt x="229982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1" name="object 51">
            <a:extLst>
              <a:ext uri="{FF2B5EF4-FFF2-40B4-BE49-F238E27FC236}">
                <a16:creationId xmlns:a16="http://schemas.microsoft.com/office/drawing/2014/main" id="{C762CB0A-3C23-D940-B02E-6589A96802E9}"/>
              </a:ext>
            </a:extLst>
          </p:cNvPr>
          <p:cNvSpPr txBox="1">
            <a:spLocks/>
          </p:cNvSpPr>
          <p:nvPr userDrawn="1"/>
        </p:nvSpPr>
        <p:spPr>
          <a:xfrm>
            <a:off x="1059002" y="6247672"/>
            <a:ext cx="4121400" cy="134954"/>
          </a:xfrm>
          <a:prstGeom prst="rect">
            <a:avLst/>
          </a:prstGeom>
          <a:noFill/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D25ECCA-1814-45A9-A0AA-A51CE98EE352}"/>
              </a:ext>
            </a:extLst>
          </p:cNvPr>
          <p:cNvGrpSpPr/>
          <p:nvPr userDrawn="1"/>
        </p:nvGrpSpPr>
        <p:grpSpPr>
          <a:xfrm>
            <a:off x="9758490" y="6084837"/>
            <a:ext cx="2049263" cy="494448"/>
            <a:chOff x="13451859" y="12177503"/>
            <a:chExt cx="4068457" cy="98171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C410248F-8DE3-4107-9F93-25A864F17FE4}"/>
                </a:ext>
              </a:extLst>
            </p:cNvPr>
            <p:cNvSpPr/>
            <p:nvPr/>
          </p:nvSpPr>
          <p:spPr>
            <a:xfrm>
              <a:off x="13451859" y="12177503"/>
              <a:ext cx="830580" cy="981710"/>
            </a:xfrm>
            <a:custGeom>
              <a:avLst/>
              <a:gdLst/>
              <a:ahLst/>
              <a:cxnLst/>
              <a:rect l="l" t="t" r="r" b="b"/>
              <a:pathLst>
                <a:path w="830580" h="981709">
                  <a:moveTo>
                    <a:pt x="490791" y="0"/>
                  </a:moveTo>
                  <a:lnTo>
                    <a:pt x="443523" y="2246"/>
                  </a:lnTo>
                  <a:lnTo>
                    <a:pt x="397526" y="8850"/>
                  </a:lnTo>
                  <a:lnTo>
                    <a:pt x="353006" y="19604"/>
                  </a:lnTo>
                  <a:lnTo>
                    <a:pt x="310170" y="34303"/>
                  </a:lnTo>
                  <a:lnTo>
                    <a:pt x="269222" y="52742"/>
                  </a:lnTo>
                  <a:lnTo>
                    <a:pt x="230368" y="74714"/>
                  </a:lnTo>
                  <a:lnTo>
                    <a:pt x="193814" y="100015"/>
                  </a:lnTo>
                  <a:lnTo>
                    <a:pt x="159765" y="128438"/>
                  </a:lnTo>
                  <a:lnTo>
                    <a:pt x="128427" y="159777"/>
                  </a:lnTo>
                  <a:lnTo>
                    <a:pt x="100006" y="193827"/>
                  </a:lnTo>
                  <a:lnTo>
                    <a:pt x="74708" y="230383"/>
                  </a:lnTo>
                  <a:lnTo>
                    <a:pt x="52737" y="269237"/>
                  </a:lnTo>
                  <a:lnTo>
                    <a:pt x="34300" y="310186"/>
                  </a:lnTo>
                  <a:lnTo>
                    <a:pt x="19602" y="353023"/>
                  </a:lnTo>
                  <a:lnTo>
                    <a:pt x="8849" y="397542"/>
                  </a:lnTo>
                  <a:lnTo>
                    <a:pt x="2246" y="443537"/>
                  </a:lnTo>
                  <a:lnTo>
                    <a:pt x="0" y="490804"/>
                  </a:lnTo>
                  <a:lnTo>
                    <a:pt x="2246" y="538072"/>
                  </a:lnTo>
                  <a:lnTo>
                    <a:pt x="8849" y="584069"/>
                  </a:lnTo>
                  <a:lnTo>
                    <a:pt x="19602" y="628589"/>
                  </a:lnTo>
                  <a:lnTo>
                    <a:pt x="34300" y="671427"/>
                  </a:lnTo>
                  <a:lnTo>
                    <a:pt x="52737" y="712376"/>
                  </a:lnTo>
                  <a:lnTo>
                    <a:pt x="74708" y="751231"/>
                  </a:lnTo>
                  <a:lnTo>
                    <a:pt x="100006" y="787786"/>
                  </a:lnTo>
                  <a:lnTo>
                    <a:pt x="128427" y="821835"/>
                  </a:lnTo>
                  <a:lnTo>
                    <a:pt x="159765" y="853174"/>
                  </a:lnTo>
                  <a:lnTo>
                    <a:pt x="193814" y="881596"/>
                  </a:lnTo>
                  <a:lnTo>
                    <a:pt x="230368" y="906896"/>
                  </a:lnTo>
                  <a:lnTo>
                    <a:pt x="269222" y="928868"/>
                  </a:lnTo>
                  <a:lnTo>
                    <a:pt x="310170" y="947306"/>
                  </a:lnTo>
                  <a:lnTo>
                    <a:pt x="353006" y="962004"/>
                  </a:lnTo>
                  <a:lnTo>
                    <a:pt x="397526" y="972758"/>
                  </a:lnTo>
                  <a:lnTo>
                    <a:pt x="443523" y="979361"/>
                  </a:lnTo>
                  <a:lnTo>
                    <a:pt x="490791" y="981608"/>
                  </a:lnTo>
                  <a:lnTo>
                    <a:pt x="539555" y="979211"/>
                  </a:lnTo>
                  <a:lnTo>
                    <a:pt x="586952" y="972173"/>
                  </a:lnTo>
                  <a:lnTo>
                    <a:pt x="632757" y="960722"/>
                  </a:lnTo>
                  <a:lnTo>
                    <a:pt x="676746" y="945087"/>
                  </a:lnTo>
                  <a:lnTo>
                    <a:pt x="718695" y="925497"/>
                  </a:lnTo>
                  <a:lnTo>
                    <a:pt x="758380" y="902178"/>
                  </a:lnTo>
                  <a:lnTo>
                    <a:pt x="795576" y="875361"/>
                  </a:lnTo>
                  <a:lnTo>
                    <a:pt x="830059" y="845273"/>
                  </a:lnTo>
                  <a:lnTo>
                    <a:pt x="796750" y="810108"/>
                  </a:lnTo>
                  <a:lnTo>
                    <a:pt x="767005" y="771798"/>
                  </a:lnTo>
                  <a:lnTo>
                    <a:pt x="741093" y="730609"/>
                  </a:lnTo>
                  <a:lnTo>
                    <a:pt x="719285" y="686808"/>
                  </a:lnTo>
                  <a:lnTo>
                    <a:pt x="701852" y="640660"/>
                  </a:lnTo>
                  <a:lnTo>
                    <a:pt x="689064" y="592433"/>
                  </a:lnTo>
                  <a:lnTo>
                    <a:pt x="681193" y="542392"/>
                  </a:lnTo>
                  <a:lnTo>
                    <a:pt x="678510" y="490804"/>
                  </a:lnTo>
                  <a:lnTo>
                    <a:pt x="679280" y="463486"/>
                  </a:lnTo>
                  <a:lnTo>
                    <a:pt x="681545" y="436570"/>
                  </a:lnTo>
                  <a:lnTo>
                    <a:pt x="685239" y="410085"/>
                  </a:lnTo>
                  <a:lnTo>
                    <a:pt x="690295" y="384060"/>
                  </a:lnTo>
                  <a:lnTo>
                    <a:pt x="385660" y="384060"/>
                  </a:lnTo>
                  <a:lnTo>
                    <a:pt x="385660" y="597560"/>
                  </a:lnTo>
                  <a:lnTo>
                    <a:pt x="528443" y="597920"/>
                  </a:lnTo>
                  <a:lnTo>
                    <a:pt x="551688" y="598401"/>
                  </a:lnTo>
                  <a:lnTo>
                    <a:pt x="596122" y="605021"/>
                  </a:lnTo>
                  <a:lnTo>
                    <a:pt x="632609" y="634466"/>
                  </a:lnTo>
                  <a:lnTo>
                    <a:pt x="644446" y="675703"/>
                  </a:lnTo>
                  <a:lnTo>
                    <a:pt x="632147" y="716269"/>
                  </a:lnTo>
                  <a:lnTo>
                    <a:pt x="601255" y="743210"/>
                  </a:lnTo>
                  <a:lnTo>
                    <a:pt x="560232" y="758468"/>
                  </a:lnTo>
                  <a:lnTo>
                    <a:pt x="514527" y="766295"/>
                  </a:lnTo>
                  <a:lnTo>
                    <a:pt x="490791" y="767308"/>
                  </a:lnTo>
                  <a:lnTo>
                    <a:pt x="441090" y="762854"/>
                  </a:lnTo>
                  <a:lnTo>
                    <a:pt x="394311" y="750010"/>
                  </a:lnTo>
                  <a:lnTo>
                    <a:pt x="351236" y="729559"/>
                  </a:lnTo>
                  <a:lnTo>
                    <a:pt x="312645" y="702280"/>
                  </a:lnTo>
                  <a:lnTo>
                    <a:pt x="279318" y="668955"/>
                  </a:lnTo>
                  <a:lnTo>
                    <a:pt x="252039" y="630364"/>
                  </a:lnTo>
                  <a:lnTo>
                    <a:pt x="231586" y="587288"/>
                  </a:lnTo>
                  <a:lnTo>
                    <a:pt x="218742" y="540508"/>
                  </a:lnTo>
                  <a:lnTo>
                    <a:pt x="214287" y="490804"/>
                  </a:lnTo>
                  <a:lnTo>
                    <a:pt x="218742" y="441099"/>
                  </a:lnTo>
                  <a:lnTo>
                    <a:pt x="231586" y="394319"/>
                  </a:lnTo>
                  <a:lnTo>
                    <a:pt x="252039" y="351243"/>
                  </a:lnTo>
                  <a:lnTo>
                    <a:pt x="279318" y="312652"/>
                  </a:lnTo>
                  <a:lnTo>
                    <a:pt x="312645" y="279327"/>
                  </a:lnTo>
                  <a:lnTo>
                    <a:pt x="351236" y="252048"/>
                  </a:lnTo>
                  <a:lnTo>
                    <a:pt x="394311" y="231597"/>
                  </a:lnTo>
                  <a:lnTo>
                    <a:pt x="441090" y="218754"/>
                  </a:lnTo>
                  <a:lnTo>
                    <a:pt x="490791" y="214299"/>
                  </a:lnTo>
                  <a:lnTo>
                    <a:pt x="542626" y="219156"/>
                  </a:lnTo>
                  <a:lnTo>
                    <a:pt x="591227" y="233131"/>
                  </a:lnTo>
                  <a:lnTo>
                    <a:pt x="635710" y="255329"/>
                  </a:lnTo>
                  <a:lnTo>
                    <a:pt x="675191" y="284855"/>
                  </a:lnTo>
                  <a:lnTo>
                    <a:pt x="708786" y="320814"/>
                  </a:lnTo>
                  <a:lnTo>
                    <a:pt x="731232" y="269388"/>
                  </a:lnTo>
                  <a:lnTo>
                    <a:pt x="759202" y="221246"/>
                  </a:lnTo>
                  <a:lnTo>
                    <a:pt x="792283" y="176771"/>
                  </a:lnTo>
                  <a:lnTo>
                    <a:pt x="830059" y="136347"/>
                  </a:lnTo>
                  <a:lnTo>
                    <a:pt x="795576" y="106255"/>
                  </a:lnTo>
                  <a:lnTo>
                    <a:pt x="758380" y="79434"/>
                  </a:lnTo>
                  <a:lnTo>
                    <a:pt x="718695" y="56114"/>
                  </a:lnTo>
                  <a:lnTo>
                    <a:pt x="676746" y="36522"/>
                  </a:lnTo>
                  <a:lnTo>
                    <a:pt x="632757" y="20886"/>
                  </a:lnTo>
                  <a:lnTo>
                    <a:pt x="586952" y="9434"/>
                  </a:lnTo>
                  <a:lnTo>
                    <a:pt x="539555" y="2396"/>
                  </a:lnTo>
                  <a:lnTo>
                    <a:pt x="490791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187A1C1A-EA2C-4B93-89F1-A1A5CA6F26A2}"/>
                </a:ext>
              </a:extLst>
            </p:cNvPr>
            <p:cNvSpPr/>
            <p:nvPr/>
          </p:nvSpPr>
          <p:spPr>
            <a:xfrm>
              <a:off x="14480068" y="1252720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09" y="0"/>
                  </a:moveTo>
                  <a:lnTo>
                    <a:pt x="96510" y="7193"/>
                  </a:lnTo>
                  <a:lnTo>
                    <a:pt x="57774" y="27223"/>
                  </a:lnTo>
                  <a:lnTo>
                    <a:pt x="27227" y="57766"/>
                  </a:lnTo>
                  <a:lnTo>
                    <a:pt x="7194" y="96498"/>
                  </a:lnTo>
                  <a:lnTo>
                    <a:pt x="0" y="141096"/>
                  </a:lnTo>
                  <a:lnTo>
                    <a:pt x="7194" y="185701"/>
                  </a:lnTo>
                  <a:lnTo>
                    <a:pt x="27227" y="224437"/>
                  </a:lnTo>
                  <a:lnTo>
                    <a:pt x="57774" y="254982"/>
                  </a:lnTo>
                  <a:lnTo>
                    <a:pt x="96510" y="275013"/>
                  </a:lnTo>
                  <a:lnTo>
                    <a:pt x="141109" y="282206"/>
                  </a:lnTo>
                  <a:lnTo>
                    <a:pt x="185709" y="275013"/>
                  </a:lnTo>
                  <a:lnTo>
                    <a:pt x="224444" y="254982"/>
                  </a:lnTo>
                  <a:lnTo>
                    <a:pt x="254991" y="224437"/>
                  </a:lnTo>
                  <a:lnTo>
                    <a:pt x="275025" y="185701"/>
                  </a:lnTo>
                  <a:lnTo>
                    <a:pt x="282219" y="141096"/>
                  </a:lnTo>
                  <a:lnTo>
                    <a:pt x="275025" y="96498"/>
                  </a:lnTo>
                  <a:lnTo>
                    <a:pt x="254991" y="57766"/>
                  </a:lnTo>
                  <a:lnTo>
                    <a:pt x="224444" y="27223"/>
                  </a:lnTo>
                  <a:lnTo>
                    <a:pt x="185709" y="7193"/>
                  </a:lnTo>
                  <a:lnTo>
                    <a:pt x="141109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7AC8EC5D-3A94-4235-AB2C-311F2938FA7F}"/>
                </a:ext>
              </a:extLst>
            </p:cNvPr>
            <p:cNvSpPr/>
            <p:nvPr/>
          </p:nvSpPr>
          <p:spPr>
            <a:xfrm>
              <a:off x="15852168" y="12498268"/>
              <a:ext cx="300990" cy="340360"/>
            </a:xfrm>
            <a:custGeom>
              <a:avLst/>
              <a:gdLst/>
              <a:ahLst/>
              <a:cxnLst/>
              <a:rect l="l" t="t" r="r" b="b"/>
              <a:pathLst>
                <a:path w="300990" h="340359">
                  <a:moveTo>
                    <a:pt x="295744" y="0"/>
                  </a:moveTo>
                  <a:lnTo>
                    <a:pt x="289369" y="0"/>
                  </a:lnTo>
                  <a:lnTo>
                    <a:pt x="224840" y="0"/>
                  </a:lnTo>
                  <a:lnTo>
                    <a:pt x="219671" y="5168"/>
                  </a:lnTo>
                  <a:lnTo>
                    <a:pt x="219671" y="202260"/>
                  </a:lnTo>
                  <a:lnTo>
                    <a:pt x="216954" y="203022"/>
                  </a:lnTo>
                  <a:lnTo>
                    <a:pt x="92875" y="3441"/>
                  </a:lnTo>
                  <a:lnTo>
                    <a:pt x="86690" y="0"/>
                  </a:lnTo>
                  <a:lnTo>
                    <a:pt x="5168" y="0"/>
                  </a:lnTo>
                  <a:lnTo>
                    <a:pt x="0" y="5168"/>
                  </a:lnTo>
                  <a:lnTo>
                    <a:pt x="0" y="334759"/>
                  </a:lnTo>
                  <a:lnTo>
                    <a:pt x="5168" y="339940"/>
                  </a:lnTo>
                  <a:lnTo>
                    <a:pt x="76060" y="339940"/>
                  </a:lnTo>
                  <a:lnTo>
                    <a:pt x="81229" y="334759"/>
                  </a:lnTo>
                  <a:lnTo>
                    <a:pt x="81229" y="133172"/>
                  </a:lnTo>
                  <a:lnTo>
                    <a:pt x="83947" y="132397"/>
                  </a:lnTo>
                  <a:lnTo>
                    <a:pt x="210261" y="335699"/>
                  </a:lnTo>
                  <a:lnTo>
                    <a:pt x="216369" y="339115"/>
                  </a:lnTo>
                  <a:lnTo>
                    <a:pt x="295681" y="339890"/>
                  </a:lnTo>
                  <a:lnTo>
                    <a:pt x="300913" y="334695"/>
                  </a:lnTo>
                  <a:lnTo>
                    <a:pt x="300913" y="5168"/>
                  </a:lnTo>
                  <a:lnTo>
                    <a:pt x="295744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A80C79B1-FF1C-442B-88E4-4570F60F77E4}"/>
                </a:ext>
              </a:extLst>
            </p:cNvPr>
            <p:cNvSpPr/>
            <p:nvPr/>
          </p:nvSpPr>
          <p:spPr>
            <a:xfrm>
              <a:off x="15508909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77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07C87C8E-2EDC-4F33-81F6-57A615A74EBC}"/>
                </a:ext>
              </a:extLst>
            </p:cNvPr>
            <p:cNvSpPr/>
            <p:nvPr/>
          </p:nvSpPr>
          <p:spPr>
            <a:xfrm>
              <a:off x="16259519" y="12498272"/>
              <a:ext cx="560070" cy="340360"/>
            </a:xfrm>
            <a:custGeom>
              <a:avLst/>
              <a:gdLst/>
              <a:ahLst/>
              <a:cxnLst/>
              <a:rect l="l" t="t" r="r" b="b"/>
              <a:pathLst>
                <a:path w="560069" h="340359">
                  <a:moveTo>
                    <a:pt x="260273" y="266534"/>
                  </a:move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close/>
                </a:path>
                <a:path w="560069" h="340359">
                  <a:moveTo>
                    <a:pt x="559739" y="5181"/>
                  </a:moveTo>
                  <a:lnTo>
                    <a:pt x="554570" y="12"/>
                  </a:lnTo>
                  <a:lnTo>
                    <a:pt x="301142" y="12"/>
                  </a:lnTo>
                  <a:lnTo>
                    <a:pt x="295973" y="5181"/>
                  </a:lnTo>
                  <a:lnTo>
                    <a:pt x="295973" y="73418"/>
                  </a:lnTo>
                  <a:lnTo>
                    <a:pt x="301142" y="78600"/>
                  </a:lnTo>
                  <a:lnTo>
                    <a:pt x="307530" y="78600"/>
                  </a:lnTo>
                  <a:lnTo>
                    <a:pt x="385381" y="78600"/>
                  </a:lnTo>
                  <a:lnTo>
                    <a:pt x="387223" y="80441"/>
                  </a:lnTo>
                  <a:lnTo>
                    <a:pt x="387223" y="334772"/>
                  </a:lnTo>
                  <a:lnTo>
                    <a:pt x="392404" y="339940"/>
                  </a:lnTo>
                  <a:lnTo>
                    <a:pt x="463308" y="339940"/>
                  </a:lnTo>
                  <a:lnTo>
                    <a:pt x="468477" y="334772"/>
                  </a:lnTo>
                  <a:lnTo>
                    <a:pt x="468477" y="80441"/>
                  </a:lnTo>
                  <a:lnTo>
                    <a:pt x="470319" y="78600"/>
                  </a:lnTo>
                  <a:lnTo>
                    <a:pt x="554570" y="78600"/>
                  </a:lnTo>
                  <a:lnTo>
                    <a:pt x="559739" y="73418"/>
                  </a:lnTo>
                  <a:lnTo>
                    <a:pt x="559739" y="5181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685E8F03-8573-4383-B953-97C35094808E}"/>
                </a:ext>
              </a:extLst>
            </p:cNvPr>
            <p:cNvSpPr/>
            <p:nvPr/>
          </p:nvSpPr>
          <p:spPr>
            <a:xfrm>
              <a:off x="16866630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90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54" y="259511"/>
                  </a:lnTo>
                  <a:lnTo>
                    <a:pt x="81254" y="208089"/>
                  </a:lnTo>
                  <a:lnTo>
                    <a:pt x="83096" y="206248"/>
                  </a:lnTo>
                  <a:lnTo>
                    <a:pt x="232791" y="206248"/>
                  </a:lnTo>
                  <a:lnTo>
                    <a:pt x="237959" y="201066"/>
                  </a:lnTo>
                  <a:lnTo>
                    <a:pt x="237959" y="134899"/>
                  </a:lnTo>
                  <a:lnTo>
                    <a:pt x="232791" y="129730"/>
                  </a:lnTo>
                  <a:lnTo>
                    <a:pt x="83096" y="129730"/>
                  </a:lnTo>
                  <a:lnTo>
                    <a:pt x="81254" y="127889"/>
                  </a:lnTo>
                  <a:lnTo>
                    <a:pt x="81254" y="80429"/>
                  </a:lnTo>
                  <a:lnTo>
                    <a:pt x="83096" y="78600"/>
                  </a:lnTo>
                  <a:lnTo>
                    <a:pt x="250990" y="78600"/>
                  </a:lnTo>
                  <a:lnTo>
                    <a:pt x="256159" y="73418"/>
                  </a:lnTo>
                  <a:lnTo>
                    <a:pt x="256159" y="5181"/>
                  </a:lnTo>
                  <a:lnTo>
                    <a:pt x="250990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3844796F-4740-45AB-BD96-7B12DEBAFE0B}"/>
                </a:ext>
              </a:extLst>
            </p:cNvPr>
            <p:cNvSpPr/>
            <p:nvPr/>
          </p:nvSpPr>
          <p:spPr>
            <a:xfrm>
              <a:off x="17175511" y="12485423"/>
              <a:ext cx="344805" cy="365760"/>
            </a:xfrm>
            <a:custGeom>
              <a:avLst/>
              <a:gdLst/>
              <a:ahLst/>
              <a:cxnLst/>
              <a:rect l="l" t="t" r="r" b="b"/>
              <a:pathLst>
                <a:path w="344805" h="365759">
                  <a:moveTo>
                    <a:pt x="182689" y="0"/>
                  </a:moveTo>
                  <a:lnTo>
                    <a:pt x="138415" y="5295"/>
                  </a:lnTo>
                  <a:lnTo>
                    <a:pt x="95983" y="21008"/>
                  </a:lnTo>
                  <a:lnTo>
                    <a:pt x="58159" y="46877"/>
                  </a:lnTo>
                  <a:lnTo>
                    <a:pt x="27709" y="82640"/>
                  </a:lnTo>
                  <a:lnTo>
                    <a:pt x="7401" y="128036"/>
                  </a:lnTo>
                  <a:lnTo>
                    <a:pt x="0" y="182803"/>
                  </a:lnTo>
                  <a:lnTo>
                    <a:pt x="7401" y="237652"/>
                  </a:lnTo>
                  <a:lnTo>
                    <a:pt x="27709" y="283052"/>
                  </a:lnTo>
                  <a:lnTo>
                    <a:pt x="58159" y="318817"/>
                  </a:lnTo>
                  <a:lnTo>
                    <a:pt x="95983" y="344687"/>
                  </a:lnTo>
                  <a:lnTo>
                    <a:pt x="138415" y="360400"/>
                  </a:lnTo>
                  <a:lnTo>
                    <a:pt x="182689" y="365696"/>
                  </a:lnTo>
                  <a:lnTo>
                    <a:pt x="233626" y="358755"/>
                  </a:lnTo>
                  <a:lnTo>
                    <a:pt x="278793" y="339090"/>
                  </a:lnTo>
                  <a:lnTo>
                    <a:pt x="315602" y="308432"/>
                  </a:lnTo>
                  <a:lnTo>
                    <a:pt x="341464" y="268516"/>
                  </a:lnTo>
                  <a:lnTo>
                    <a:pt x="344360" y="261988"/>
                  </a:lnTo>
                  <a:lnTo>
                    <a:pt x="341287" y="254330"/>
                  </a:lnTo>
                  <a:lnTo>
                    <a:pt x="279844" y="230035"/>
                  </a:lnTo>
                  <a:lnTo>
                    <a:pt x="274345" y="227863"/>
                  </a:lnTo>
                  <a:lnTo>
                    <a:pt x="267982" y="230060"/>
                  </a:lnTo>
                  <a:lnTo>
                    <a:pt x="265252" y="235305"/>
                  </a:lnTo>
                  <a:lnTo>
                    <a:pt x="250682" y="256473"/>
                  </a:lnTo>
                  <a:lnTo>
                    <a:pt x="232268" y="271356"/>
                  </a:lnTo>
                  <a:lnTo>
                    <a:pt x="209718" y="280145"/>
                  </a:lnTo>
                  <a:lnTo>
                    <a:pt x="182740" y="283032"/>
                  </a:lnTo>
                  <a:lnTo>
                    <a:pt x="153110" y="277712"/>
                  </a:lnTo>
                  <a:lnTo>
                    <a:pt x="123561" y="260497"/>
                  </a:lnTo>
                  <a:lnTo>
                    <a:pt x="100865" y="229502"/>
                  </a:lnTo>
                  <a:lnTo>
                    <a:pt x="91795" y="182841"/>
                  </a:lnTo>
                  <a:lnTo>
                    <a:pt x="100865" y="136183"/>
                  </a:lnTo>
                  <a:lnTo>
                    <a:pt x="123561" y="105192"/>
                  </a:lnTo>
                  <a:lnTo>
                    <a:pt x="153110" y="87981"/>
                  </a:lnTo>
                  <a:lnTo>
                    <a:pt x="182740" y="82664"/>
                  </a:lnTo>
                  <a:lnTo>
                    <a:pt x="209718" y="85551"/>
                  </a:lnTo>
                  <a:lnTo>
                    <a:pt x="232268" y="94338"/>
                  </a:lnTo>
                  <a:lnTo>
                    <a:pt x="250682" y="109217"/>
                  </a:lnTo>
                  <a:lnTo>
                    <a:pt x="265252" y="130378"/>
                  </a:lnTo>
                  <a:lnTo>
                    <a:pt x="267982" y="135623"/>
                  </a:lnTo>
                  <a:lnTo>
                    <a:pt x="274345" y="137820"/>
                  </a:lnTo>
                  <a:lnTo>
                    <a:pt x="341287" y="111353"/>
                  </a:lnTo>
                  <a:lnTo>
                    <a:pt x="344360" y="103708"/>
                  </a:lnTo>
                  <a:lnTo>
                    <a:pt x="341464" y="97167"/>
                  </a:lnTo>
                  <a:lnTo>
                    <a:pt x="315602" y="57253"/>
                  </a:lnTo>
                  <a:lnTo>
                    <a:pt x="278793" y="26600"/>
                  </a:lnTo>
                  <a:lnTo>
                    <a:pt x="233626" y="6938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7A53D38B-4F30-4D8F-995F-7125E3DAF04B}"/>
                </a:ext>
              </a:extLst>
            </p:cNvPr>
            <p:cNvSpPr/>
            <p:nvPr/>
          </p:nvSpPr>
          <p:spPr>
            <a:xfrm>
              <a:off x="15087434" y="12485414"/>
              <a:ext cx="335915" cy="366395"/>
            </a:xfrm>
            <a:custGeom>
              <a:avLst/>
              <a:gdLst/>
              <a:ahLst/>
              <a:cxnLst/>
              <a:rect l="l" t="t" r="r" b="b"/>
              <a:pathLst>
                <a:path w="335915" h="366395">
                  <a:moveTo>
                    <a:pt x="182689" y="0"/>
                  </a:moveTo>
                  <a:lnTo>
                    <a:pt x="138412" y="5297"/>
                  </a:lnTo>
                  <a:lnTo>
                    <a:pt x="95972" y="21017"/>
                  </a:lnTo>
                  <a:lnTo>
                    <a:pt x="58140" y="46897"/>
                  </a:lnTo>
                  <a:lnTo>
                    <a:pt x="27687" y="82677"/>
                  </a:lnTo>
                  <a:lnTo>
                    <a:pt x="7383" y="128096"/>
                  </a:lnTo>
                  <a:lnTo>
                    <a:pt x="0" y="182892"/>
                  </a:lnTo>
                  <a:lnTo>
                    <a:pt x="7885" y="237063"/>
                  </a:lnTo>
                  <a:lnTo>
                    <a:pt x="29449" y="282327"/>
                  </a:lnTo>
                  <a:lnTo>
                    <a:pt x="61550" y="318265"/>
                  </a:lnTo>
                  <a:lnTo>
                    <a:pt x="101046" y="344455"/>
                  </a:lnTo>
                  <a:lnTo>
                    <a:pt x="144797" y="360478"/>
                  </a:lnTo>
                  <a:lnTo>
                    <a:pt x="189661" y="365912"/>
                  </a:lnTo>
                  <a:lnTo>
                    <a:pt x="228746" y="363432"/>
                  </a:lnTo>
                  <a:lnTo>
                    <a:pt x="298028" y="343714"/>
                  </a:lnTo>
                  <a:lnTo>
                    <a:pt x="332663" y="322961"/>
                  </a:lnTo>
                  <a:lnTo>
                    <a:pt x="335635" y="317080"/>
                  </a:lnTo>
                  <a:lnTo>
                    <a:pt x="335622" y="161302"/>
                  </a:lnTo>
                  <a:lnTo>
                    <a:pt x="202145" y="156121"/>
                  </a:lnTo>
                  <a:lnTo>
                    <a:pt x="196976" y="227469"/>
                  </a:lnTo>
                  <a:lnTo>
                    <a:pt x="252552" y="232638"/>
                  </a:lnTo>
                  <a:lnTo>
                    <a:pt x="254393" y="234467"/>
                  </a:lnTo>
                  <a:lnTo>
                    <a:pt x="252298" y="272872"/>
                  </a:lnTo>
                  <a:lnTo>
                    <a:pt x="203089" y="283095"/>
                  </a:lnTo>
                  <a:lnTo>
                    <a:pt x="183121" y="283044"/>
                  </a:lnTo>
                  <a:lnTo>
                    <a:pt x="154542" y="277662"/>
                  </a:lnTo>
                  <a:lnTo>
                    <a:pt x="124744" y="261229"/>
                  </a:lnTo>
                  <a:lnTo>
                    <a:pt x="101305" y="230656"/>
                  </a:lnTo>
                  <a:lnTo>
                    <a:pt x="91808" y="182854"/>
                  </a:lnTo>
                  <a:lnTo>
                    <a:pt x="100876" y="136194"/>
                  </a:lnTo>
                  <a:lnTo>
                    <a:pt x="123567" y="105198"/>
                  </a:lnTo>
                  <a:lnTo>
                    <a:pt x="153112" y="87983"/>
                  </a:lnTo>
                  <a:lnTo>
                    <a:pt x="182740" y="82664"/>
                  </a:lnTo>
                  <a:lnTo>
                    <a:pt x="205114" y="84609"/>
                  </a:lnTo>
                  <a:lnTo>
                    <a:pt x="224482" y="90501"/>
                  </a:lnTo>
                  <a:lnTo>
                    <a:pt x="241015" y="100425"/>
                  </a:lnTo>
                  <a:lnTo>
                    <a:pt x="254888" y="114465"/>
                  </a:lnTo>
                  <a:lnTo>
                    <a:pt x="258711" y="119367"/>
                  </a:lnTo>
                  <a:lnTo>
                    <a:pt x="265760" y="120294"/>
                  </a:lnTo>
                  <a:lnTo>
                    <a:pt x="324269" y="77190"/>
                  </a:lnTo>
                  <a:lnTo>
                    <a:pt x="325246" y="68986"/>
                  </a:lnTo>
                  <a:lnTo>
                    <a:pt x="320751" y="63411"/>
                  </a:lnTo>
                  <a:lnTo>
                    <a:pt x="293735" y="36968"/>
                  </a:lnTo>
                  <a:lnTo>
                    <a:pt x="260864" y="17008"/>
                  </a:lnTo>
                  <a:lnTo>
                    <a:pt x="223421" y="4396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4291" y="652274"/>
            <a:ext cx="10683416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4292" y="1414221"/>
            <a:ext cx="10056667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040000"/>
                </a:solidFill>
                <a:latin typeface="ＭＳ Ｐゴシック"/>
                <a:cs typeface="ＭＳ Ｐゴシック"/>
              </a:defRPr>
            </a:lvl1pPr>
          </a:lstStyle>
          <a:p>
            <a:endParaRPr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E8F417A-4B81-9547-83F1-D6A9B18CF865}"/>
              </a:ext>
            </a:extLst>
          </p:cNvPr>
          <p:cNvSpPr/>
          <p:nvPr userDrawn="1"/>
        </p:nvSpPr>
        <p:spPr>
          <a:xfrm>
            <a:off x="0" y="0"/>
            <a:ext cx="12192000" cy="222567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51">
            <a:extLst>
              <a:ext uri="{FF2B5EF4-FFF2-40B4-BE49-F238E27FC236}">
                <a16:creationId xmlns:a16="http://schemas.microsoft.com/office/drawing/2014/main" id="{DC1CD1E4-2C01-3746-B091-E8A59904ED60}"/>
              </a:ext>
            </a:extLst>
          </p:cNvPr>
          <p:cNvSpPr txBox="1">
            <a:spLocks/>
          </p:cNvSpPr>
          <p:nvPr userDrawn="1"/>
        </p:nvSpPr>
        <p:spPr>
          <a:xfrm>
            <a:off x="1428690" y="6248697"/>
            <a:ext cx="4121400" cy="134954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B9FB54D-625E-4FBA-AEA0-3EB3E0B8C20A}"/>
              </a:ext>
            </a:extLst>
          </p:cNvPr>
          <p:cNvSpPr txBox="1"/>
          <p:nvPr userDrawn="1"/>
        </p:nvSpPr>
        <p:spPr>
          <a:xfrm>
            <a:off x="739776" y="6122253"/>
            <a:ext cx="554532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A5FB499-DB95-416D-BB8C-2100A0B44125}" type="slidenum">
              <a:rPr kumimoji="1" lang="en-US" altLang="ja-JP" sz="2001" baseline="0" smtClean="0">
                <a:solidFill>
                  <a:srgbClr val="003894"/>
                </a:solidFill>
                <a:latin typeface="Segoe UI Historic" panose="020B0502040204020203" pitchFamily="34" charset="0"/>
                <a:ea typeface="游ゴシック" panose="020B0400000000000000" pitchFamily="50" charset="-128"/>
              </a:rPr>
              <a:t>‹#›</a:t>
            </a:fld>
            <a:endParaRPr kumimoji="1" lang="en-US" altLang="ja-JP" sz="2001" baseline="0" dirty="0">
              <a:solidFill>
                <a:srgbClr val="003894"/>
              </a:solidFill>
              <a:latin typeface="Segoe UI Historic" panose="020B0502040204020203" pitchFamily="34" charset="0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419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hf sldNum="0" hdr="0" ftr="0" dt="0"/>
  <p:txStyles>
    <p:titleStyle>
      <a:lvl1pPr>
        <a:defRPr sz="4000">
          <a:latin typeface="+mj-lt"/>
          <a:ea typeface="+mj-ea"/>
          <a:cs typeface="+mj-cs"/>
        </a:defRPr>
      </a:lvl1pPr>
    </p:titleStyle>
    <p:bodyStyle>
      <a:lvl1pPr marL="0">
        <a:defRPr sz="4000"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D25ECCA-1814-45A9-A0AA-A51CE98EE352}"/>
              </a:ext>
            </a:extLst>
          </p:cNvPr>
          <p:cNvGrpSpPr/>
          <p:nvPr userDrawn="1"/>
        </p:nvGrpSpPr>
        <p:grpSpPr>
          <a:xfrm>
            <a:off x="9758490" y="6084837"/>
            <a:ext cx="2049263" cy="494448"/>
            <a:chOff x="13451859" y="12177503"/>
            <a:chExt cx="4068457" cy="98171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C410248F-8DE3-4107-9F93-25A864F17FE4}"/>
                </a:ext>
              </a:extLst>
            </p:cNvPr>
            <p:cNvSpPr/>
            <p:nvPr/>
          </p:nvSpPr>
          <p:spPr>
            <a:xfrm>
              <a:off x="13451859" y="12177503"/>
              <a:ext cx="830580" cy="981710"/>
            </a:xfrm>
            <a:custGeom>
              <a:avLst/>
              <a:gdLst/>
              <a:ahLst/>
              <a:cxnLst/>
              <a:rect l="l" t="t" r="r" b="b"/>
              <a:pathLst>
                <a:path w="830580" h="981709">
                  <a:moveTo>
                    <a:pt x="490791" y="0"/>
                  </a:moveTo>
                  <a:lnTo>
                    <a:pt x="443523" y="2246"/>
                  </a:lnTo>
                  <a:lnTo>
                    <a:pt x="397526" y="8850"/>
                  </a:lnTo>
                  <a:lnTo>
                    <a:pt x="353006" y="19604"/>
                  </a:lnTo>
                  <a:lnTo>
                    <a:pt x="310170" y="34303"/>
                  </a:lnTo>
                  <a:lnTo>
                    <a:pt x="269222" y="52742"/>
                  </a:lnTo>
                  <a:lnTo>
                    <a:pt x="230368" y="74714"/>
                  </a:lnTo>
                  <a:lnTo>
                    <a:pt x="193814" y="100015"/>
                  </a:lnTo>
                  <a:lnTo>
                    <a:pt x="159765" y="128438"/>
                  </a:lnTo>
                  <a:lnTo>
                    <a:pt x="128427" y="159777"/>
                  </a:lnTo>
                  <a:lnTo>
                    <a:pt x="100006" y="193827"/>
                  </a:lnTo>
                  <a:lnTo>
                    <a:pt x="74708" y="230383"/>
                  </a:lnTo>
                  <a:lnTo>
                    <a:pt x="52737" y="269237"/>
                  </a:lnTo>
                  <a:lnTo>
                    <a:pt x="34300" y="310186"/>
                  </a:lnTo>
                  <a:lnTo>
                    <a:pt x="19602" y="353023"/>
                  </a:lnTo>
                  <a:lnTo>
                    <a:pt x="8849" y="397542"/>
                  </a:lnTo>
                  <a:lnTo>
                    <a:pt x="2246" y="443537"/>
                  </a:lnTo>
                  <a:lnTo>
                    <a:pt x="0" y="490804"/>
                  </a:lnTo>
                  <a:lnTo>
                    <a:pt x="2246" y="538072"/>
                  </a:lnTo>
                  <a:lnTo>
                    <a:pt x="8849" y="584069"/>
                  </a:lnTo>
                  <a:lnTo>
                    <a:pt x="19602" y="628589"/>
                  </a:lnTo>
                  <a:lnTo>
                    <a:pt x="34300" y="671427"/>
                  </a:lnTo>
                  <a:lnTo>
                    <a:pt x="52737" y="712376"/>
                  </a:lnTo>
                  <a:lnTo>
                    <a:pt x="74708" y="751231"/>
                  </a:lnTo>
                  <a:lnTo>
                    <a:pt x="100006" y="787786"/>
                  </a:lnTo>
                  <a:lnTo>
                    <a:pt x="128427" y="821835"/>
                  </a:lnTo>
                  <a:lnTo>
                    <a:pt x="159765" y="853174"/>
                  </a:lnTo>
                  <a:lnTo>
                    <a:pt x="193814" y="881596"/>
                  </a:lnTo>
                  <a:lnTo>
                    <a:pt x="230368" y="906896"/>
                  </a:lnTo>
                  <a:lnTo>
                    <a:pt x="269222" y="928868"/>
                  </a:lnTo>
                  <a:lnTo>
                    <a:pt x="310170" y="947306"/>
                  </a:lnTo>
                  <a:lnTo>
                    <a:pt x="353006" y="962004"/>
                  </a:lnTo>
                  <a:lnTo>
                    <a:pt x="397526" y="972758"/>
                  </a:lnTo>
                  <a:lnTo>
                    <a:pt x="443523" y="979361"/>
                  </a:lnTo>
                  <a:lnTo>
                    <a:pt x="490791" y="981608"/>
                  </a:lnTo>
                  <a:lnTo>
                    <a:pt x="539555" y="979211"/>
                  </a:lnTo>
                  <a:lnTo>
                    <a:pt x="586952" y="972173"/>
                  </a:lnTo>
                  <a:lnTo>
                    <a:pt x="632757" y="960722"/>
                  </a:lnTo>
                  <a:lnTo>
                    <a:pt x="676746" y="945087"/>
                  </a:lnTo>
                  <a:lnTo>
                    <a:pt x="718695" y="925497"/>
                  </a:lnTo>
                  <a:lnTo>
                    <a:pt x="758380" y="902178"/>
                  </a:lnTo>
                  <a:lnTo>
                    <a:pt x="795576" y="875361"/>
                  </a:lnTo>
                  <a:lnTo>
                    <a:pt x="830059" y="845273"/>
                  </a:lnTo>
                  <a:lnTo>
                    <a:pt x="796750" y="810108"/>
                  </a:lnTo>
                  <a:lnTo>
                    <a:pt x="767005" y="771798"/>
                  </a:lnTo>
                  <a:lnTo>
                    <a:pt x="741093" y="730609"/>
                  </a:lnTo>
                  <a:lnTo>
                    <a:pt x="719285" y="686808"/>
                  </a:lnTo>
                  <a:lnTo>
                    <a:pt x="701852" y="640660"/>
                  </a:lnTo>
                  <a:lnTo>
                    <a:pt x="689064" y="592433"/>
                  </a:lnTo>
                  <a:lnTo>
                    <a:pt x="681193" y="542392"/>
                  </a:lnTo>
                  <a:lnTo>
                    <a:pt x="678510" y="490804"/>
                  </a:lnTo>
                  <a:lnTo>
                    <a:pt x="679280" y="463486"/>
                  </a:lnTo>
                  <a:lnTo>
                    <a:pt x="681545" y="436570"/>
                  </a:lnTo>
                  <a:lnTo>
                    <a:pt x="685239" y="410085"/>
                  </a:lnTo>
                  <a:lnTo>
                    <a:pt x="690295" y="384060"/>
                  </a:lnTo>
                  <a:lnTo>
                    <a:pt x="385660" y="384060"/>
                  </a:lnTo>
                  <a:lnTo>
                    <a:pt x="385660" y="597560"/>
                  </a:lnTo>
                  <a:lnTo>
                    <a:pt x="528443" y="597920"/>
                  </a:lnTo>
                  <a:lnTo>
                    <a:pt x="551688" y="598401"/>
                  </a:lnTo>
                  <a:lnTo>
                    <a:pt x="596122" y="605021"/>
                  </a:lnTo>
                  <a:lnTo>
                    <a:pt x="632609" y="634466"/>
                  </a:lnTo>
                  <a:lnTo>
                    <a:pt x="644446" y="675703"/>
                  </a:lnTo>
                  <a:lnTo>
                    <a:pt x="632147" y="716269"/>
                  </a:lnTo>
                  <a:lnTo>
                    <a:pt x="601255" y="743210"/>
                  </a:lnTo>
                  <a:lnTo>
                    <a:pt x="560232" y="758468"/>
                  </a:lnTo>
                  <a:lnTo>
                    <a:pt x="514527" y="766295"/>
                  </a:lnTo>
                  <a:lnTo>
                    <a:pt x="490791" y="767308"/>
                  </a:lnTo>
                  <a:lnTo>
                    <a:pt x="441090" y="762854"/>
                  </a:lnTo>
                  <a:lnTo>
                    <a:pt x="394311" y="750010"/>
                  </a:lnTo>
                  <a:lnTo>
                    <a:pt x="351236" y="729559"/>
                  </a:lnTo>
                  <a:lnTo>
                    <a:pt x="312645" y="702280"/>
                  </a:lnTo>
                  <a:lnTo>
                    <a:pt x="279318" y="668955"/>
                  </a:lnTo>
                  <a:lnTo>
                    <a:pt x="252039" y="630364"/>
                  </a:lnTo>
                  <a:lnTo>
                    <a:pt x="231586" y="587288"/>
                  </a:lnTo>
                  <a:lnTo>
                    <a:pt x="218742" y="540508"/>
                  </a:lnTo>
                  <a:lnTo>
                    <a:pt x="214287" y="490804"/>
                  </a:lnTo>
                  <a:lnTo>
                    <a:pt x="218742" y="441099"/>
                  </a:lnTo>
                  <a:lnTo>
                    <a:pt x="231586" y="394319"/>
                  </a:lnTo>
                  <a:lnTo>
                    <a:pt x="252039" y="351243"/>
                  </a:lnTo>
                  <a:lnTo>
                    <a:pt x="279318" y="312652"/>
                  </a:lnTo>
                  <a:lnTo>
                    <a:pt x="312645" y="279327"/>
                  </a:lnTo>
                  <a:lnTo>
                    <a:pt x="351236" y="252048"/>
                  </a:lnTo>
                  <a:lnTo>
                    <a:pt x="394311" y="231597"/>
                  </a:lnTo>
                  <a:lnTo>
                    <a:pt x="441090" y="218754"/>
                  </a:lnTo>
                  <a:lnTo>
                    <a:pt x="490791" y="214299"/>
                  </a:lnTo>
                  <a:lnTo>
                    <a:pt x="542626" y="219156"/>
                  </a:lnTo>
                  <a:lnTo>
                    <a:pt x="591227" y="233131"/>
                  </a:lnTo>
                  <a:lnTo>
                    <a:pt x="635710" y="255329"/>
                  </a:lnTo>
                  <a:lnTo>
                    <a:pt x="675191" y="284855"/>
                  </a:lnTo>
                  <a:lnTo>
                    <a:pt x="708786" y="320814"/>
                  </a:lnTo>
                  <a:lnTo>
                    <a:pt x="731232" y="269388"/>
                  </a:lnTo>
                  <a:lnTo>
                    <a:pt x="759202" y="221246"/>
                  </a:lnTo>
                  <a:lnTo>
                    <a:pt x="792283" y="176771"/>
                  </a:lnTo>
                  <a:lnTo>
                    <a:pt x="830059" y="136347"/>
                  </a:lnTo>
                  <a:lnTo>
                    <a:pt x="795576" y="106255"/>
                  </a:lnTo>
                  <a:lnTo>
                    <a:pt x="758380" y="79434"/>
                  </a:lnTo>
                  <a:lnTo>
                    <a:pt x="718695" y="56114"/>
                  </a:lnTo>
                  <a:lnTo>
                    <a:pt x="676746" y="36522"/>
                  </a:lnTo>
                  <a:lnTo>
                    <a:pt x="632757" y="20886"/>
                  </a:lnTo>
                  <a:lnTo>
                    <a:pt x="586952" y="9434"/>
                  </a:lnTo>
                  <a:lnTo>
                    <a:pt x="539555" y="2396"/>
                  </a:lnTo>
                  <a:lnTo>
                    <a:pt x="490791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187A1C1A-EA2C-4B93-89F1-A1A5CA6F26A2}"/>
                </a:ext>
              </a:extLst>
            </p:cNvPr>
            <p:cNvSpPr/>
            <p:nvPr/>
          </p:nvSpPr>
          <p:spPr>
            <a:xfrm>
              <a:off x="14480068" y="1252720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09" y="0"/>
                  </a:moveTo>
                  <a:lnTo>
                    <a:pt x="96510" y="7193"/>
                  </a:lnTo>
                  <a:lnTo>
                    <a:pt x="57774" y="27223"/>
                  </a:lnTo>
                  <a:lnTo>
                    <a:pt x="27227" y="57766"/>
                  </a:lnTo>
                  <a:lnTo>
                    <a:pt x="7194" y="96498"/>
                  </a:lnTo>
                  <a:lnTo>
                    <a:pt x="0" y="141096"/>
                  </a:lnTo>
                  <a:lnTo>
                    <a:pt x="7194" y="185701"/>
                  </a:lnTo>
                  <a:lnTo>
                    <a:pt x="27227" y="224437"/>
                  </a:lnTo>
                  <a:lnTo>
                    <a:pt x="57774" y="254982"/>
                  </a:lnTo>
                  <a:lnTo>
                    <a:pt x="96510" y="275013"/>
                  </a:lnTo>
                  <a:lnTo>
                    <a:pt x="141109" y="282206"/>
                  </a:lnTo>
                  <a:lnTo>
                    <a:pt x="185709" y="275013"/>
                  </a:lnTo>
                  <a:lnTo>
                    <a:pt x="224444" y="254982"/>
                  </a:lnTo>
                  <a:lnTo>
                    <a:pt x="254991" y="224437"/>
                  </a:lnTo>
                  <a:lnTo>
                    <a:pt x="275025" y="185701"/>
                  </a:lnTo>
                  <a:lnTo>
                    <a:pt x="282219" y="141096"/>
                  </a:lnTo>
                  <a:lnTo>
                    <a:pt x="275025" y="96498"/>
                  </a:lnTo>
                  <a:lnTo>
                    <a:pt x="254991" y="57766"/>
                  </a:lnTo>
                  <a:lnTo>
                    <a:pt x="224444" y="27223"/>
                  </a:lnTo>
                  <a:lnTo>
                    <a:pt x="185709" y="7193"/>
                  </a:lnTo>
                  <a:lnTo>
                    <a:pt x="141109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7AC8EC5D-3A94-4235-AB2C-311F2938FA7F}"/>
                </a:ext>
              </a:extLst>
            </p:cNvPr>
            <p:cNvSpPr/>
            <p:nvPr/>
          </p:nvSpPr>
          <p:spPr>
            <a:xfrm>
              <a:off x="15852168" y="12498268"/>
              <a:ext cx="300990" cy="340360"/>
            </a:xfrm>
            <a:custGeom>
              <a:avLst/>
              <a:gdLst/>
              <a:ahLst/>
              <a:cxnLst/>
              <a:rect l="l" t="t" r="r" b="b"/>
              <a:pathLst>
                <a:path w="300990" h="340359">
                  <a:moveTo>
                    <a:pt x="295744" y="0"/>
                  </a:moveTo>
                  <a:lnTo>
                    <a:pt x="289369" y="0"/>
                  </a:lnTo>
                  <a:lnTo>
                    <a:pt x="224840" y="0"/>
                  </a:lnTo>
                  <a:lnTo>
                    <a:pt x="219671" y="5168"/>
                  </a:lnTo>
                  <a:lnTo>
                    <a:pt x="219671" y="202260"/>
                  </a:lnTo>
                  <a:lnTo>
                    <a:pt x="216954" y="203022"/>
                  </a:lnTo>
                  <a:lnTo>
                    <a:pt x="92875" y="3441"/>
                  </a:lnTo>
                  <a:lnTo>
                    <a:pt x="86690" y="0"/>
                  </a:lnTo>
                  <a:lnTo>
                    <a:pt x="5168" y="0"/>
                  </a:lnTo>
                  <a:lnTo>
                    <a:pt x="0" y="5168"/>
                  </a:lnTo>
                  <a:lnTo>
                    <a:pt x="0" y="334759"/>
                  </a:lnTo>
                  <a:lnTo>
                    <a:pt x="5168" y="339940"/>
                  </a:lnTo>
                  <a:lnTo>
                    <a:pt x="76060" y="339940"/>
                  </a:lnTo>
                  <a:lnTo>
                    <a:pt x="81229" y="334759"/>
                  </a:lnTo>
                  <a:lnTo>
                    <a:pt x="81229" y="133172"/>
                  </a:lnTo>
                  <a:lnTo>
                    <a:pt x="83947" y="132397"/>
                  </a:lnTo>
                  <a:lnTo>
                    <a:pt x="210261" y="335699"/>
                  </a:lnTo>
                  <a:lnTo>
                    <a:pt x="216369" y="339115"/>
                  </a:lnTo>
                  <a:lnTo>
                    <a:pt x="295681" y="339890"/>
                  </a:lnTo>
                  <a:lnTo>
                    <a:pt x="300913" y="334695"/>
                  </a:lnTo>
                  <a:lnTo>
                    <a:pt x="300913" y="5168"/>
                  </a:lnTo>
                  <a:lnTo>
                    <a:pt x="295744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A80C79B1-FF1C-442B-88E4-4570F60F77E4}"/>
                </a:ext>
              </a:extLst>
            </p:cNvPr>
            <p:cNvSpPr/>
            <p:nvPr/>
          </p:nvSpPr>
          <p:spPr>
            <a:xfrm>
              <a:off x="15508909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77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07C87C8E-2EDC-4F33-81F6-57A615A74EBC}"/>
                </a:ext>
              </a:extLst>
            </p:cNvPr>
            <p:cNvSpPr/>
            <p:nvPr/>
          </p:nvSpPr>
          <p:spPr>
            <a:xfrm>
              <a:off x="16259519" y="12498272"/>
              <a:ext cx="560070" cy="340360"/>
            </a:xfrm>
            <a:custGeom>
              <a:avLst/>
              <a:gdLst/>
              <a:ahLst/>
              <a:cxnLst/>
              <a:rect l="l" t="t" r="r" b="b"/>
              <a:pathLst>
                <a:path w="560069" h="340359">
                  <a:moveTo>
                    <a:pt x="260273" y="266534"/>
                  </a:move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close/>
                </a:path>
                <a:path w="560069" h="340359">
                  <a:moveTo>
                    <a:pt x="559739" y="5181"/>
                  </a:moveTo>
                  <a:lnTo>
                    <a:pt x="554570" y="12"/>
                  </a:lnTo>
                  <a:lnTo>
                    <a:pt x="301142" y="12"/>
                  </a:lnTo>
                  <a:lnTo>
                    <a:pt x="295973" y="5181"/>
                  </a:lnTo>
                  <a:lnTo>
                    <a:pt x="295973" y="73418"/>
                  </a:lnTo>
                  <a:lnTo>
                    <a:pt x="301142" y="78600"/>
                  </a:lnTo>
                  <a:lnTo>
                    <a:pt x="307530" y="78600"/>
                  </a:lnTo>
                  <a:lnTo>
                    <a:pt x="385381" y="78600"/>
                  </a:lnTo>
                  <a:lnTo>
                    <a:pt x="387223" y="80441"/>
                  </a:lnTo>
                  <a:lnTo>
                    <a:pt x="387223" y="334772"/>
                  </a:lnTo>
                  <a:lnTo>
                    <a:pt x="392404" y="339940"/>
                  </a:lnTo>
                  <a:lnTo>
                    <a:pt x="463308" y="339940"/>
                  </a:lnTo>
                  <a:lnTo>
                    <a:pt x="468477" y="334772"/>
                  </a:lnTo>
                  <a:lnTo>
                    <a:pt x="468477" y="80441"/>
                  </a:lnTo>
                  <a:lnTo>
                    <a:pt x="470319" y="78600"/>
                  </a:lnTo>
                  <a:lnTo>
                    <a:pt x="554570" y="78600"/>
                  </a:lnTo>
                  <a:lnTo>
                    <a:pt x="559739" y="73418"/>
                  </a:lnTo>
                  <a:lnTo>
                    <a:pt x="559739" y="5181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685E8F03-8573-4383-B953-97C35094808E}"/>
                </a:ext>
              </a:extLst>
            </p:cNvPr>
            <p:cNvSpPr/>
            <p:nvPr/>
          </p:nvSpPr>
          <p:spPr>
            <a:xfrm>
              <a:off x="16866630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90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54" y="259511"/>
                  </a:lnTo>
                  <a:lnTo>
                    <a:pt x="81254" y="208089"/>
                  </a:lnTo>
                  <a:lnTo>
                    <a:pt x="83096" y="206248"/>
                  </a:lnTo>
                  <a:lnTo>
                    <a:pt x="232791" y="206248"/>
                  </a:lnTo>
                  <a:lnTo>
                    <a:pt x="237959" y="201066"/>
                  </a:lnTo>
                  <a:lnTo>
                    <a:pt x="237959" y="134899"/>
                  </a:lnTo>
                  <a:lnTo>
                    <a:pt x="232791" y="129730"/>
                  </a:lnTo>
                  <a:lnTo>
                    <a:pt x="83096" y="129730"/>
                  </a:lnTo>
                  <a:lnTo>
                    <a:pt x="81254" y="127889"/>
                  </a:lnTo>
                  <a:lnTo>
                    <a:pt x="81254" y="80429"/>
                  </a:lnTo>
                  <a:lnTo>
                    <a:pt x="83096" y="78600"/>
                  </a:lnTo>
                  <a:lnTo>
                    <a:pt x="250990" y="78600"/>
                  </a:lnTo>
                  <a:lnTo>
                    <a:pt x="256159" y="73418"/>
                  </a:lnTo>
                  <a:lnTo>
                    <a:pt x="256159" y="5181"/>
                  </a:lnTo>
                  <a:lnTo>
                    <a:pt x="250990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3844796F-4740-45AB-BD96-7B12DEBAFE0B}"/>
                </a:ext>
              </a:extLst>
            </p:cNvPr>
            <p:cNvSpPr/>
            <p:nvPr/>
          </p:nvSpPr>
          <p:spPr>
            <a:xfrm>
              <a:off x="17175511" y="12485423"/>
              <a:ext cx="344805" cy="365760"/>
            </a:xfrm>
            <a:custGeom>
              <a:avLst/>
              <a:gdLst/>
              <a:ahLst/>
              <a:cxnLst/>
              <a:rect l="l" t="t" r="r" b="b"/>
              <a:pathLst>
                <a:path w="344805" h="365759">
                  <a:moveTo>
                    <a:pt x="182689" y="0"/>
                  </a:moveTo>
                  <a:lnTo>
                    <a:pt x="138415" y="5295"/>
                  </a:lnTo>
                  <a:lnTo>
                    <a:pt x="95983" y="21008"/>
                  </a:lnTo>
                  <a:lnTo>
                    <a:pt x="58159" y="46877"/>
                  </a:lnTo>
                  <a:lnTo>
                    <a:pt x="27709" y="82640"/>
                  </a:lnTo>
                  <a:lnTo>
                    <a:pt x="7401" y="128036"/>
                  </a:lnTo>
                  <a:lnTo>
                    <a:pt x="0" y="182803"/>
                  </a:lnTo>
                  <a:lnTo>
                    <a:pt x="7401" y="237652"/>
                  </a:lnTo>
                  <a:lnTo>
                    <a:pt x="27709" y="283052"/>
                  </a:lnTo>
                  <a:lnTo>
                    <a:pt x="58159" y="318817"/>
                  </a:lnTo>
                  <a:lnTo>
                    <a:pt x="95983" y="344687"/>
                  </a:lnTo>
                  <a:lnTo>
                    <a:pt x="138415" y="360400"/>
                  </a:lnTo>
                  <a:lnTo>
                    <a:pt x="182689" y="365696"/>
                  </a:lnTo>
                  <a:lnTo>
                    <a:pt x="233626" y="358755"/>
                  </a:lnTo>
                  <a:lnTo>
                    <a:pt x="278793" y="339090"/>
                  </a:lnTo>
                  <a:lnTo>
                    <a:pt x="315602" y="308432"/>
                  </a:lnTo>
                  <a:lnTo>
                    <a:pt x="341464" y="268516"/>
                  </a:lnTo>
                  <a:lnTo>
                    <a:pt x="344360" y="261988"/>
                  </a:lnTo>
                  <a:lnTo>
                    <a:pt x="341287" y="254330"/>
                  </a:lnTo>
                  <a:lnTo>
                    <a:pt x="279844" y="230035"/>
                  </a:lnTo>
                  <a:lnTo>
                    <a:pt x="274345" y="227863"/>
                  </a:lnTo>
                  <a:lnTo>
                    <a:pt x="267982" y="230060"/>
                  </a:lnTo>
                  <a:lnTo>
                    <a:pt x="265252" y="235305"/>
                  </a:lnTo>
                  <a:lnTo>
                    <a:pt x="250682" y="256473"/>
                  </a:lnTo>
                  <a:lnTo>
                    <a:pt x="232268" y="271356"/>
                  </a:lnTo>
                  <a:lnTo>
                    <a:pt x="209718" y="280145"/>
                  </a:lnTo>
                  <a:lnTo>
                    <a:pt x="182740" y="283032"/>
                  </a:lnTo>
                  <a:lnTo>
                    <a:pt x="153110" y="277712"/>
                  </a:lnTo>
                  <a:lnTo>
                    <a:pt x="123561" y="260497"/>
                  </a:lnTo>
                  <a:lnTo>
                    <a:pt x="100865" y="229502"/>
                  </a:lnTo>
                  <a:lnTo>
                    <a:pt x="91795" y="182841"/>
                  </a:lnTo>
                  <a:lnTo>
                    <a:pt x="100865" y="136183"/>
                  </a:lnTo>
                  <a:lnTo>
                    <a:pt x="123561" y="105192"/>
                  </a:lnTo>
                  <a:lnTo>
                    <a:pt x="153110" y="87981"/>
                  </a:lnTo>
                  <a:lnTo>
                    <a:pt x="182740" y="82664"/>
                  </a:lnTo>
                  <a:lnTo>
                    <a:pt x="209718" y="85551"/>
                  </a:lnTo>
                  <a:lnTo>
                    <a:pt x="232268" y="94338"/>
                  </a:lnTo>
                  <a:lnTo>
                    <a:pt x="250682" y="109217"/>
                  </a:lnTo>
                  <a:lnTo>
                    <a:pt x="265252" y="130378"/>
                  </a:lnTo>
                  <a:lnTo>
                    <a:pt x="267982" y="135623"/>
                  </a:lnTo>
                  <a:lnTo>
                    <a:pt x="274345" y="137820"/>
                  </a:lnTo>
                  <a:lnTo>
                    <a:pt x="341287" y="111353"/>
                  </a:lnTo>
                  <a:lnTo>
                    <a:pt x="344360" y="103708"/>
                  </a:lnTo>
                  <a:lnTo>
                    <a:pt x="341464" y="97167"/>
                  </a:lnTo>
                  <a:lnTo>
                    <a:pt x="315602" y="57253"/>
                  </a:lnTo>
                  <a:lnTo>
                    <a:pt x="278793" y="26600"/>
                  </a:lnTo>
                  <a:lnTo>
                    <a:pt x="233626" y="6938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7A53D38B-4F30-4D8F-995F-7125E3DAF04B}"/>
                </a:ext>
              </a:extLst>
            </p:cNvPr>
            <p:cNvSpPr/>
            <p:nvPr/>
          </p:nvSpPr>
          <p:spPr>
            <a:xfrm>
              <a:off x="15087434" y="12485414"/>
              <a:ext cx="335915" cy="366395"/>
            </a:xfrm>
            <a:custGeom>
              <a:avLst/>
              <a:gdLst/>
              <a:ahLst/>
              <a:cxnLst/>
              <a:rect l="l" t="t" r="r" b="b"/>
              <a:pathLst>
                <a:path w="335915" h="366395">
                  <a:moveTo>
                    <a:pt x="182689" y="0"/>
                  </a:moveTo>
                  <a:lnTo>
                    <a:pt x="138412" y="5297"/>
                  </a:lnTo>
                  <a:lnTo>
                    <a:pt x="95972" y="21017"/>
                  </a:lnTo>
                  <a:lnTo>
                    <a:pt x="58140" y="46897"/>
                  </a:lnTo>
                  <a:lnTo>
                    <a:pt x="27687" y="82677"/>
                  </a:lnTo>
                  <a:lnTo>
                    <a:pt x="7383" y="128096"/>
                  </a:lnTo>
                  <a:lnTo>
                    <a:pt x="0" y="182892"/>
                  </a:lnTo>
                  <a:lnTo>
                    <a:pt x="7885" y="237063"/>
                  </a:lnTo>
                  <a:lnTo>
                    <a:pt x="29449" y="282327"/>
                  </a:lnTo>
                  <a:lnTo>
                    <a:pt x="61550" y="318265"/>
                  </a:lnTo>
                  <a:lnTo>
                    <a:pt x="101046" y="344455"/>
                  </a:lnTo>
                  <a:lnTo>
                    <a:pt x="144797" y="360478"/>
                  </a:lnTo>
                  <a:lnTo>
                    <a:pt x="189661" y="365912"/>
                  </a:lnTo>
                  <a:lnTo>
                    <a:pt x="228746" y="363432"/>
                  </a:lnTo>
                  <a:lnTo>
                    <a:pt x="298028" y="343714"/>
                  </a:lnTo>
                  <a:lnTo>
                    <a:pt x="332663" y="322961"/>
                  </a:lnTo>
                  <a:lnTo>
                    <a:pt x="335635" y="317080"/>
                  </a:lnTo>
                  <a:lnTo>
                    <a:pt x="335622" y="161302"/>
                  </a:lnTo>
                  <a:lnTo>
                    <a:pt x="202145" y="156121"/>
                  </a:lnTo>
                  <a:lnTo>
                    <a:pt x="196976" y="227469"/>
                  </a:lnTo>
                  <a:lnTo>
                    <a:pt x="252552" y="232638"/>
                  </a:lnTo>
                  <a:lnTo>
                    <a:pt x="254393" y="234467"/>
                  </a:lnTo>
                  <a:lnTo>
                    <a:pt x="252298" y="272872"/>
                  </a:lnTo>
                  <a:lnTo>
                    <a:pt x="203089" y="283095"/>
                  </a:lnTo>
                  <a:lnTo>
                    <a:pt x="183121" y="283044"/>
                  </a:lnTo>
                  <a:lnTo>
                    <a:pt x="154542" y="277662"/>
                  </a:lnTo>
                  <a:lnTo>
                    <a:pt x="124744" y="261229"/>
                  </a:lnTo>
                  <a:lnTo>
                    <a:pt x="101305" y="230656"/>
                  </a:lnTo>
                  <a:lnTo>
                    <a:pt x="91808" y="182854"/>
                  </a:lnTo>
                  <a:lnTo>
                    <a:pt x="100876" y="136194"/>
                  </a:lnTo>
                  <a:lnTo>
                    <a:pt x="123567" y="105198"/>
                  </a:lnTo>
                  <a:lnTo>
                    <a:pt x="153112" y="87983"/>
                  </a:lnTo>
                  <a:lnTo>
                    <a:pt x="182740" y="82664"/>
                  </a:lnTo>
                  <a:lnTo>
                    <a:pt x="205114" y="84609"/>
                  </a:lnTo>
                  <a:lnTo>
                    <a:pt x="224482" y="90501"/>
                  </a:lnTo>
                  <a:lnTo>
                    <a:pt x="241015" y="100425"/>
                  </a:lnTo>
                  <a:lnTo>
                    <a:pt x="254888" y="114465"/>
                  </a:lnTo>
                  <a:lnTo>
                    <a:pt x="258711" y="119367"/>
                  </a:lnTo>
                  <a:lnTo>
                    <a:pt x="265760" y="120294"/>
                  </a:lnTo>
                  <a:lnTo>
                    <a:pt x="324269" y="77190"/>
                  </a:lnTo>
                  <a:lnTo>
                    <a:pt x="325246" y="68986"/>
                  </a:lnTo>
                  <a:lnTo>
                    <a:pt x="320751" y="63411"/>
                  </a:lnTo>
                  <a:lnTo>
                    <a:pt x="293735" y="36968"/>
                  </a:lnTo>
                  <a:lnTo>
                    <a:pt x="260864" y="17008"/>
                  </a:lnTo>
                  <a:lnTo>
                    <a:pt x="223421" y="4396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E8F417A-4B81-9547-83F1-D6A9B18CF865}"/>
              </a:ext>
            </a:extLst>
          </p:cNvPr>
          <p:cNvSpPr/>
          <p:nvPr userDrawn="1"/>
        </p:nvSpPr>
        <p:spPr>
          <a:xfrm>
            <a:off x="0" y="0"/>
            <a:ext cx="12192000" cy="222567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51">
            <a:extLst>
              <a:ext uri="{FF2B5EF4-FFF2-40B4-BE49-F238E27FC236}">
                <a16:creationId xmlns:a16="http://schemas.microsoft.com/office/drawing/2014/main" id="{DC1CD1E4-2C01-3746-B091-E8A59904ED60}"/>
              </a:ext>
            </a:extLst>
          </p:cNvPr>
          <p:cNvSpPr txBox="1">
            <a:spLocks/>
          </p:cNvSpPr>
          <p:nvPr userDrawn="1"/>
        </p:nvSpPr>
        <p:spPr>
          <a:xfrm>
            <a:off x="1428690" y="6248697"/>
            <a:ext cx="4121400" cy="134954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  <p:sp>
        <p:nvSpPr>
          <p:cNvPr id="4" name="タイトル プレースホルダー 3">
            <a:extLst>
              <a:ext uri="{FF2B5EF4-FFF2-40B4-BE49-F238E27FC236}">
                <a16:creationId xmlns:a16="http://schemas.microsoft.com/office/drawing/2014/main" id="{DB6E8D44-19D1-4628-843C-26D5967D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0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7021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hf sldNum="0" hdr="0" ftr="0" dt="0"/>
  <p:txStyles>
    <p:titleStyle>
      <a:lvl1pPr>
        <a:defRPr sz="4000"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0">
        <a:defRPr sz="4000"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D25ECCA-1814-45A9-A0AA-A51CE98EE352}"/>
              </a:ext>
            </a:extLst>
          </p:cNvPr>
          <p:cNvGrpSpPr/>
          <p:nvPr userDrawn="1"/>
        </p:nvGrpSpPr>
        <p:grpSpPr>
          <a:xfrm>
            <a:off x="9758490" y="6084837"/>
            <a:ext cx="2049263" cy="494448"/>
            <a:chOff x="13451859" y="12177503"/>
            <a:chExt cx="4068457" cy="981710"/>
          </a:xfrm>
        </p:grpSpPr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C410248F-8DE3-4107-9F93-25A864F17FE4}"/>
                </a:ext>
              </a:extLst>
            </p:cNvPr>
            <p:cNvSpPr/>
            <p:nvPr/>
          </p:nvSpPr>
          <p:spPr>
            <a:xfrm>
              <a:off x="13451859" y="12177503"/>
              <a:ext cx="830580" cy="981710"/>
            </a:xfrm>
            <a:custGeom>
              <a:avLst/>
              <a:gdLst/>
              <a:ahLst/>
              <a:cxnLst/>
              <a:rect l="l" t="t" r="r" b="b"/>
              <a:pathLst>
                <a:path w="830580" h="981709">
                  <a:moveTo>
                    <a:pt x="490791" y="0"/>
                  </a:moveTo>
                  <a:lnTo>
                    <a:pt x="443523" y="2246"/>
                  </a:lnTo>
                  <a:lnTo>
                    <a:pt x="397526" y="8850"/>
                  </a:lnTo>
                  <a:lnTo>
                    <a:pt x="353006" y="19604"/>
                  </a:lnTo>
                  <a:lnTo>
                    <a:pt x="310170" y="34303"/>
                  </a:lnTo>
                  <a:lnTo>
                    <a:pt x="269222" y="52742"/>
                  </a:lnTo>
                  <a:lnTo>
                    <a:pt x="230368" y="74714"/>
                  </a:lnTo>
                  <a:lnTo>
                    <a:pt x="193814" y="100015"/>
                  </a:lnTo>
                  <a:lnTo>
                    <a:pt x="159765" y="128438"/>
                  </a:lnTo>
                  <a:lnTo>
                    <a:pt x="128427" y="159777"/>
                  </a:lnTo>
                  <a:lnTo>
                    <a:pt x="100006" y="193827"/>
                  </a:lnTo>
                  <a:lnTo>
                    <a:pt x="74708" y="230383"/>
                  </a:lnTo>
                  <a:lnTo>
                    <a:pt x="52737" y="269237"/>
                  </a:lnTo>
                  <a:lnTo>
                    <a:pt x="34300" y="310186"/>
                  </a:lnTo>
                  <a:lnTo>
                    <a:pt x="19602" y="353023"/>
                  </a:lnTo>
                  <a:lnTo>
                    <a:pt x="8849" y="397542"/>
                  </a:lnTo>
                  <a:lnTo>
                    <a:pt x="2246" y="443537"/>
                  </a:lnTo>
                  <a:lnTo>
                    <a:pt x="0" y="490804"/>
                  </a:lnTo>
                  <a:lnTo>
                    <a:pt x="2246" y="538072"/>
                  </a:lnTo>
                  <a:lnTo>
                    <a:pt x="8849" y="584069"/>
                  </a:lnTo>
                  <a:lnTo>
                    <a:pt x="19602" y="628589"/>
                  </a:lnTo>
                  <a:lnTo>
                    <a:pt x="34300" y="671427"/>
                  </a:lnTo>
                  <a:lnTo>
                    <a:pt x="52737" y="712376"/>
                  </a:lnTo>
                  <a:lnTo>
                    <a:pt x="74708" y="751231"/>
                  </a:lnTo>
                  <a:lnTo>
                    <a:pt x="100006" y="787786"/>
                  </a:lnTo>
                  <a:lnTo>
                    <a:pt x="128427" y="821835"/>
                  </a:lnTo>
                  <a:lnTo>
                    <a:pt x="159765" y="853174"/>
                  </a:lnTo>
                  <a:lnTo>
                    <a:pt x="193814" y="881596"/>
                  </a:lnTo>
                  <a:lnTo>
                    <a:pt x="230368" y="906896"/>
                  </a:lnTo>
                  <a:lnTo>
                    <a:pt x="269222" y="928868"/>
                  </a:lnTo>
                  <a:lnTo>
                    <a:pt x="310170" y="947306"/>
                  </a:lnTo>
                  <a:lnTo>
                    <a:pt x="353006" y="962004"/>
                  </a:lnTo>
                  <a:lnTo>
                    <a:pt x="397526" y="972758"/>
                  </a:lnTo>
                  <a:lnTo>
                    <a:pt x="443523" y="979361"/>
                  </a:lnTo>
                  <a:lnTo>
                    <a:pt x="490791" y="981608"/>
                  </a:lnTo>
                  <a:lnTo>
                    <a:pt x="539555" y="979211"/>
                  </a:lnTo>
                  <a:lnTo>
                    <a:pt x="586952" y="972173"/>
                  </a:lnTo>
                  <a:lnTo>
                    <a:pt x="632757" y="960722"/>
                  </a:lnTo>
                  <a:lnTo>
                    <a:pt x="676746" y="945087"/>
                  </a:lnTo>
                  <a:lnTo>
                    <a:pt x="718695" y="925497"/>
                  </a:lnTo>
                  <a:lnTo>
                    <a:pt x="758380" y="902178"/>
                  </a:lnTo>
                  <a:lnTo>
                    <a:pt x="795576" y="875361"/>
                  </a:lnTo>
                  <a:lnTo>
                    <a:pt x="830059" y="845273"/>
                  </a:lnTo>
                  <a:lnTo>
                    <a:pt x="796750" y="810108"/>
                  </a:lnTo>
                  <a:lnTo>
                    <a:pt x="767005" y="771798"/>
                  </a:lnTo>
                  <a:lnTo>
                    <a:pt x="741093" y="730609"/>
                  </a:lnTo>
                  <a:lnTo>
                    <a:pt x="719285" y="686808"/>
                  </a:lnTo>
                  <a:lnTo>
                    <a:pt x="701852" y="640660"/>
                  </a:lnTo>
                  <a:lnTo>
                    <a:pt x="689064" y="592433"/>
                  </a:lnTo>
                  <a:lnTo>
                    <a:pt x="681193" y="542392"/>
                  </a:lnTo>
                  <a:lnTo>
                    <a:pt x="678510" y="490804"/>
                  </a:lnTo>
                  <a:lnTo>
                    <a:pt x="679280" y="463486"/>
                  </a:lnTo>
                  <a:lnTo>
                    <a:pt x="681545" y="436570"/>
                  </a:lnTo>
                  <a:lnTo>
                    <a:pt x="685239" y="410085"/>
                  </a:lnTo>
                  <a:lnTo>
                    <a:pt x="690295" y="384060"/>
                  </a:lnTo>
                  <a:lnTo>
                    <a:pt x="385660" y="384060"/>
                  </a:lnTo>
                  <a:lnTo>
                    <a:pt x="385660" y="597560"/>
                  </a:lnTo>
                  <a:lnTo>
                    <a:pt x="528443" y="597920"/>
                  </a:lnTo>
                  <a:lnTo>
                    <a:pt x="551688" y="598401"/>
                  </a:lnTo>
                  <a:lnTo>
                    <a:pt x="596122" y="605021"/>
                  </a:lnTo>
                  <a:lnTo>
                    <a:pt x="632609" y="634466"/>
                  </a:lnTo>
                  <a:lnTo>
                    <a:pt x="644446" y="675703"/>
                  </a:lnTo>
                  <a:lnTo>
                    <a:pt x="632147" y="716269"/>
                  </a:lnTo>
                  <a:lnTo>
                    <a:pt x="601255" y="743210"/>
                  </a:lnTo>
                  <a:lnTo>
                    <a:pt x="560232" y="758468"/>
                  </a:lnTo>
                  <a:lnTo>
                    <a:pt x="514527" y="766295"/>
                  </a:lnTo>
                  <a:lnTo>
                    <a:pt x="490791" y="767308"/>
                  </a:lnTo>
                  <a:lnTo>
                    <a:pt x="441090" y="762854"/>
                  </a:lnTo>
                  <a:lnTo>
                    <a:pt x="394311" y="750010"/>
                  </a:lnTo>
                  <a:lnTo>
                    <a:pt x="351236" y="729559"/>
                  </a:lnTo>
                  <a:lnTo>
                    <a:pt x="312645" y="702280"/>
                  </a:lnTo>
                  <a:lnTo>
                    <a:pt x="279318" y="668955"/>
                  </a:lnTo>
                  <a:lnTo>
                    <a:pt x="252039" y="630364"/>
                  </a:lnTo>
                  <a:lnTo>
                    <a:pt x="231586" y="587288"/>
                  </a:lnTo>
                  <a:lnTo>
                    <a:pt x="218742" y="540508"/>
                  </a:lnTo>
                  <a:lnTo>
                    <a:pt x="214287" y="490804"/>
                  </a:lnTo>
                  <a:lnTo>
                    <a:pt x="218742" y="441099"/>
                  </a:lnTo>
                  <a:lnTo>
                    <a:pt x="231586" y="394319"/>
                  </a:lnTo>
                  <a:lnTo>
                    <a:pt x="252039" y="351243"/>
                  </a:lnTo>
                  <a:lnTo>
                    <a:pt x="279318" y="312652"/>
                  </a:lnTo>
                  <a:lnTo>
                    <a:pt x="312645" y="279327"/>
                  </a:lnTo>
                  <a:lnTo>
                    <a:pt x="351236" y="252048"/>
                  </a:lnTo>
                  <a:lnTo>
                    <a:pt x="394311" y="231597"/>
                  </a:lnTo>
                  <a:lnTo>
                    <a:pt x="441090" y="218754"/>
                  </a:lnTo>
                  <a:lnTo>
                    <a:pt x="490791" y="214299"/>
                  </a:lnTo>
                  <a:lnTo>
                    <a:pt x="542626" y="219156"/>
                  </a:lnTo>
                  <a:lnTo>
                    <a:pt x="591227" y="233131"/>
                  </a:lnTo>
                  <a:lnTo>
                    <a:pt x="635710" y="255329"/>
                  </a:lnTo>
                  <a:lnTo>
                    <a:pt x="675191" y="284855"/>
                  </a:lnTo>
                  <a:lnTo>
                    <a:pt x="708786" y="320814"/>
                  </a:lnTo>
                  <a:lnTo>
                    <a:pt x="731232" y="269388"/>
                  </a:lnTo>
                  <a:lnTo>
                    <a:pt x="759202" y="221246"/>
                  </a:lnTo>
                  <a:lnTo>
                    <a:pt x="792283" y="176771"/>
                  </a:lnTo>
                  <a:lnTo>
                    <a:pt x="830059" y="136347"/>
                  </a:lnTo>
                  <a:lnTo>
                    <a:pt x="795576" y="106255"/>
                  </a:lnTo>
                  <a:lnTo>
                    <a:pt x="758380" y="79434"/>
                  </a:lnTo>
                  <a:lnTo>
                    <a:pt x="718695" y="56114"/>
                  </a:lnTo>
                  <a:lnTo>
                    <a:pt x="676746" y="36522"/>
                  </a:lnTo>
                  <a:lnTo>
                    <a:pt x="632757" y="20886"/>
                  </a:lnTo>
                  <a:lnTo>
                    <a:pt x="586952" y="9434"/>
                  </a:lnTo>
                  <a:lnTo>
                    <a:pt x="539555" y="2396"/>
                  </a:lnTo>
                  <a:lnTo>
                    <a:pt x="490791" y="0"/>
                  </a:lnTo>
                  <a:close/>
                </a:path>
              </a:pathLst>
            </a:custGeom>
            <a:solidFill>
              <a:srgbClr val="0038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187A1C1A-EA2C-4B93-89F1-A1A5CA6F26A2}"/>
                </a:ext>
              </a:extLst>
            </p:cNvPr>
            <p:cNvSpPr/>
            <p:nvPr/>
          </p:nvSpPr>
          <p:spPr>
            <a:xfrm>
              <a:off x="14480068" y="12527207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>
                  <a:moveTo>
                    <a:pt x="141109" y="0"/>
                  </a:moveTo>
                  <a:lnTo>
                    <a:pt x="96510" y="7193"/>
                  </a:lnTo>
                  <a:lnTo>
                    <a:pt x="57774" y="27223"/>
                  </a:lnTo>
                  <a:lnTo>
                    <a:pt x="27227" y="57766"/>
                  </a:lnTo>
                  <a:lnTo>
                    <a:pt x="7194" y="96498"/>
                  </a:lnTo>
                  <a:lnTo>
                    <a:pt x="0" y="141096"/>
                  </a:lnTo>
                  <a:lnTo>
                    <a:pt x="7194" y="185701"/>
                  </a:lnTo>
                  <a:lnTo>
                    <a:pt x="27227" y="224437"/>
                  </a:lnTo>
                  <a:lnTo>
                    <a:pt x="57774" y="254982"/>
                  </a:lnTo>
                  <a:lnTo>
                    <a:pt x="96510" y="275013"/>
                  </a:lnTo>
                  <a:lnTo>
                    <a:pt x="141109" y="282206"/>
                  </a:lnTo>
                  <a:lnTo>
                    <a:pt x="185709" y="275013"/>
                  </a:lnTo>
                  <a:lnTo>
                    <a:pt x="224444" y="254982"/>
                  </a:lnTo>
                  <a:lnTo>
                    <a:pt x="254991" y="224437"/>
                  </a:lnTo>
                  <a:lnTo>
                    <a:pt x="275025" y="185701"/>
                  </a:lnTo>
                  <a:lnTo>
                    <a:pt x="282219" y="141096"/>
                  </a:lnTo>
                  <a:lnTo>
                    <a:pt x="275025" y="96498"/>
                  </a:lnTo>
                  <a:lnTo>
                    <a:pt x="254991" y="57766"/>
                  </a:lnTo>
                  <a:lnTo>
                    <a:pt x="224444" y="27223"/>
                  </a:lnTo>
                  <a:lnTo>
                    <a:pt x="185709" y="7193"/>
                  </a:lnTo>
                  <a:lnTo>
                    <a:pt x="141109" y="0"/>
                  </a:lnTo>
                  <a:close/>
                </a:path>
              </a:pathLst>
            </a:custGeom>
            <a:solidFill>
              <a:srgbClr val="E6001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7AC8EC5D-3A94-4235-AB2C-311F2938FA7F}"/>
                </a:ext>
              </a:extLst>
            </p:cNvPr>
            <p:cNvSpPr/>
            <p:nvPr/>
          </p:nvSpPr>
          <p:spPr>
            <a:xfrm>
              <a:off x="15852168" y="12498268"/>
              <a:ext cx="300990" cy="340360"/>
            </a:xfrm>
            <a:custGeom>
              <a:avLst/>
              <a:gdLst/>
              <a:ahLst/>
              <a:cxnLst/>
              <a:rect l="l" t="t" r="r" b="b"/>
              <a:pathLst>
                <a:path w="300990" h="340359">
                  <a:moveTo>
                    <a:pt x="295744" y="0"/>
                  </a:moveTo>
                  <a:lnTo>
                    <a:pt x="289369" y="0"/>
                  </a:lnTo>
                  <a:lnTo>
                    <a:pt x="224840" y="0"/>
                  </a:lnTo>
                  <a:lnTo>
                    <a:pt x="219671" y="5168"/>
                  </a:lnTo>
                  <a:lnTo>
                    <a:pt x="219671" y="202260"/>
                  </a:lnTo>
                  <a:lnTo>
                    <a:pt x="216954" y="203022"/>
                  </a:lnTo>
                  <a:lnTo>
                    <a:pt x="92875" y="3441"/>
                  </a:lnTo>
                  <a:lnTo>
                    <a:pt x="86690" y="0"/>
                  </a:lnTo>
                  <a:lnTo>
                    <a:pt x="5168" y="0"/>
                  </a:lnTo>
                  <a:lnTo>
                    <a:pt x="0" y="5168"/>
                  </a:lnTo>
                  <a:lnTo>
                    <a:pt x="0" y="334759"/>
                  </a:lnTo>
                  <a:lnTo>
                    <a:pt x="5168" y="339940"/>
                  </a:lnTo>
                  <a:lnTo>
                    <a:pt x="76060" y="339940"/>
                  </a:lnTo>
                  <a:lnTo>
                    <a:pt x="81229" y="334759"/>
                  </a:lnTo>
                  <a:lnTo>
                    <a:pt x="81229" y="133172"/>
                  </a:lnTo>
                  <a:lnTo>
                    <a:pt x="83947" y="132397"/>
                  </a:lnTo>
                  <a:lnTo>
                    <a:pt x="210261" y="335699"/>
                  </a:lnTo>
                  <a:lnTo>
                    <a:pt x="216369" y="339115"/>
                  </a:lnTo>
                  <a:lnTo>
                    <a:pt x="295681" y="339890"/>
                  </a:lnTo>
                  <a:lnTo>
                    <a:pt x="300913" y="334695"/>
                  </a:lnTo>
                  <a:lnTo>
                    <a:pt x="300913" y="5168"/>
                  </a:lnTo>
                  <a:lnTo>
                    <a:pt x="295744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A80C79B1-FF1C-442B-88E4-4570F60F77E4}"/>
                </a:ext>
              </a:extLst>
            </p:cNvPr>
            <p:cNvSpPr/>
            <p:nvPr/>
          </p:nvSpPr>
          <p:spPr>
            <a:xfrm>
              <a:off x="15508909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77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07C87C8E-2EDC-4F33-81F6-57A615A74EBC}"/>
                </a:ext>
              </a:extLst>
            </p:cNvPr>
            <p:cNvSpPr/>
            <p:nvPr/>
          </p:nvSpPr>
          <p:spPr>
            <a:xfrm>
              <a:off x="16259519" y="12498272"/>
              <a:ext cx="560070" cy="340360"/>
            </a:xfrm>
            <a:custGeom>
              <a:avLst/>
              <a:gdLst/>
              <a:ahLst/>
              <a:cxnLst/>
              <a:rect l="l" t="t" r="r" b="b"/>
              <a:pathLst>
                <a:path w="560069" h="340359">
                  <a:moveTo>
                    <a:pt x="260273" y="266534"/>
                  </a:moveTo>
                  <a:lnTo>
                    <a:pt x="255104" y="261366"/>
                  </a:lnTo>
                  <a:lnTo>
                    <a:pt x="83096" y="261366"/>
                  </a:lnTo>
                  <a:lnTo>
                    <a:pt x="81241" y="259511"/>
                  </a:lnTo>
                  <a:lnTo>
                    <a:pt x="81241" y="208089"/>
                  </a:lnTo>
                  <a:lnTo>
                    <a:pt x="83096" y="206248"/>
                  </a:lnTo>
                  <a:lnTo>
                    <a:pt x="232778" y="206248"/>
                  </a:lnTo>
                  <a:lnTo>
                    <a:pt x="237947" y="201066"/>
                  </a:lnTo>
                  <a:lnTo>
                    <a:pt x="237947" y="134899"/>
                  </a:lnTo>
                  <a:lnTo>
                    <a:pt x="232778" y="129730"/>
                  </a:lnTo>
                  <a:lnTo>
                    <a:pt x="83096" y="129730"/>
                  </a:lnTo>
                  <a:lnTo>
                    <a:pt x="81241" y="127889"/>
                  </a:lnTo>
                  <a:lnTo>
                    <a:pt x="81241" y="80429"/>
                  </a:lnTo>
                  <a:lnTo>
                    <a:pt x="83096" y="78600"/>
                  </a:lnTo>
                  <a:lnTo>
                    <a:pt x="250977" y="78600"/>
                  </a:lnTo>
                  <a:lnTo>
                    <a:pt x="256146" y="73418"/>
                  </a:lnTo>
                  <a:lnTo>
                    <a:pt x="256146" y="5181"/>
                  </a:lnTo>
                  <a:lnTo>
                    <a:pt x="250977" y="0"/>
                  </a:ln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close/>
                </a:path>
                <a:path w="560069" h="340359">
                  <a:moveTo>
                    <a:pt x="559739" y="5181"/>
                  </a:moveTo>
                  <a:lnTo>
                    <a:pt x="554570" y="12"/>
                  </a:lnTo>
                  <a:lnTo>
                    <a:pt x="301142" y="12"/>
                  </a:lnTo>
                  <a:lnTo>
                    <a:pt x="295973" y="5181"/>
                  </a:lnTo>
                  <a:lnTo>
                    <a:pt x="295973" y="73418"/>
                  </a:lnTo>
                  <a:lnTo>
                    <a:pt x="301142" y="78600"/>
                  </a:lnTo>
                  <a:lnTo>
                    <a:pt x="307530" y="78600"/>
                  </a:lnTo>
                  <a:lnTo>
                    <a:pt x="385381" y="78600"/>
                  </a:lnTo>
                  <a:lnTo>
                    <a:pt x="387223" y="80441"/>
                  </a:lnTo>
                  <a:lnTo>
                    <a:pt x="387223" y="334772"/>
                  </a:lnTo>
                  <a:lnTo>
                    <a:pt x="392404" y="339940"/>
                  </a:lnTo>
                  <a:lnTo>
                    <a:pt x="463308" y="339940"/>
                  </a:lnTo>
                  <a:lnTo>
                    <a:pt x="468477" y="334772"/>
                  </a:lnTo>
                  <a:lnTo>
                    <a:pt x="468477" y="80441"/>
                  </a:lnTo>
                  <a:lnTo>
                    <a:pt x="470319" y="78600"/>
                  </a:lnTo>
                  <a:lnTo>
                    <a:pt x="554570" y="78600"/>
                  </a:lnTo>
                  <a:lnTo>
                    <a:pt x="559739" y="73418"/>
                  </a:lnTo>
                  <a:lnTo>
                    <a:pt x="559739" y="5181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685E8F03-8573-4383-B953-97C35094808E}"/>
                </a:ext>
              </a:extLst>
            </p:cNvPr>
            <p:cNvSpPr/>
            <p:nvPr/>
          </p:nvSpPr>
          <p:spPr>
            <a:xfrm>
              <a:off x="16866630" y="12498262"/>
              <a:ext cx="260350" cy="340360"/>
            </a:xfrm>
            <a:custGeom>
              <a:avLst/>
              <a:gdLst/>
              <a:ahLst/>
              <a:cxnLst/>
              <a:rect l="l" t="t" r="r" b="b"/>
              <a:pathLst>
                <a:path w="260350" h="340359">
                  <a:moveTo>
                    <a:pt x="250990" y="0"/>
                  </a:moveTo>
                  <a:lnTo>
                    <a:pt x="5168" y="0"/>
                  </a:lnTo>
                  <a:lnTo>
                    <a:pt x="0" y="5181"/>
                  </a:lnTo>
                  <a:lnTo>
                    <a:pt x="0" y="334772"/>
                  </a:lnTo>
                  <a:lnTo>
                    <a:pt x="5168" y="339940"/>
                  </a:lnTo>
                  <a:lnTo>
                    <a:pt x="11557" y="339940"/>
                  </a:lnTo>
                  <a:lnTo>
                    <a:pt x="255104" y="339940"/>
                  </a:lnTo>
                  <a:lnTo>
                    <a:pt x="260273" y="334772"/>
                  </a:lnTo>
                  <a:lnTo>
                    <a:pt x="260273" y="266534"/>
                  </a:lnTo>
                  <a:lnTo>
                    <a:pt x="255104" y="261366"/>
                  </a:lnTo>
                  <a:lnTo>
                    <a:pt x="83096" y="261366"/>
                  </a:lnTo>
                  <a:lnTo>
                    <a:pt x="81254" y="259511"/>
                  </a:lnTo>
                  <a:lnTo>
                    <a:pt x="81254" y="208089"/>
                  </a:lnTo>
                  <a:lnTo>
                    <a:pt x="83096" y="206248"/>
                  </a:lnTo>
                  <a:lnTo>
                    <a:pt x="232791" y="206248"/>
                  </a:lnTo>
                  <a:lnTo>
                    <a:pt x="237959" y="201066"/>
                  </a:lnTo>
                  <a:lnTo>
                    <a:pt x="237959" y="134899"/>
                  </a:lnTo>
                  <a:lnTo>
                    <a:pt x="232791" y="129730"/>
                  </a:lnTo>
                  <a:lnTo>
                    <a:pt x="83096" y="129730"/>
                  </a:lnTo>
                  <a:lnTo>
                    <a:pt x="81254" y="127889"/>
                  </a:lnTo>
                  <a:lnTo>
                    <a:pt x="81254" y="80429"/>
                  </a:lnTo>
                  <a:lnTo>
                    <a:pt x="83096" y="78600"/>
                  </a:lnTo>
                  <a:lnTo>
                    <a:pt x="250990" y="78600"/>
                  </a:lnTo>
                  <a:lnTo>
                    <a:pt x="256159" y="73418"/>
                  </a:lnTo>
                  <a:lnTo>
                    <a:pt x="256159" y="5181"/>
                  </a:lnTo>
                  <a:lnTo>
                    <a:pt x="250990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3844796F-4740-45AB-BD96-7B12DEBAFE0B}"/>
                </a:ext>
              </a:extLst>
            </p:cNvPr>
            <p:cNvSpPr/>
            <p:nvPr/>
          </p:nvSpPr>
          <p:spPr>
            <a:xfrm>
              <a:off x="17175511" y="12485423"/>
              <a:ext cx="344805" cy="365760"/>
            </a:xfrm>
            <a:custGeom>
              <a:avLst/>
              <a:gdLst/>
              <a:ahLst/>
              <a:cxnLst/>
              <a:rect l="l" t="t" r="r" b="b"/>
              <a:pathLst>
                <a:path w="344805" h="365759">
                  <a:moveTo>
                    <a:pt x="182689" y="0"/>
                  </a:moveTo>
                  <a:lnTo>
                    <a:pt x="138415" y="5295"/>
                  </a:lnTo>
                  <a:lnTo>
                    <a:pt x="95983" y="21008"/>
                  </a:lnTo>
                  <a:lnTo>
                    <a:pt x="58159" y="46877"/>
                  </a:lnTo>
                  <a:lnTo>
                    <a:pt x="27709" y="82640"/>
                  </a:lnTo>
                  <a:lnTo>
                    <a:pt x="7401" y="128036"/>
                  </a:lnTo>
                  <a:lnTo>
                    <a:pt x="0" y="182803"/>
                  </a:lnTo>
                  <a:lnTo>
                    <a:pt x="7401" y="237652"/>
                  </a:lnTo>
                  <a:lnTo>
                    <a:pt x="27709" y="283052"/>
                  </a:lnTo>
                  <a:lnTo>
                    <a:pt x="58159" y="318817"/>
                  </a:lnTo>
                  <a:lnTo>
                    <a:pt x="95983" y="344687"/>
                  </a:lnTo>
                  <a:lnTo>
                    <a:pt x="138415" y="360400"/>
                  </a:lnTo>
                  <a:lnTo>
                    <a:pt x="182689" y="365696"/>
                  </a:lnTo>
                  <a:lnTo>
                    <a:pt x="233626" y="358755"/>
                  </a:lnTo>
                  <a:lnTo>
                    <a:pt x="278793" y="339090"/>
                  </a:lnTo>
                  <a:lnTo>
                    <a:pt x="315602" y="308432"/>
                  </a:lnTo>
                  <a:lnTo>
                    <a:pt x="341464" y="268516"/>
                  </a:lnTo>
                  <a:lnTo>
                    <a:pt x="344360" y="261988"/>
                  </a:lnTo>
                  <a:lnTo>
                    <a:pt x="341287" y="254330"/>
                  </a:lnTo>
                  <a:lnTo>
                    <a:pt x="279844" y="230035"/>
                  </a:lnTo>
                  <a:lnTo>
                    <a:pt x="274345" y="227863"/>
                  </a:lnTo>
                  <a:lnTo>
                    <a:pt x="267982" y="230060"/>
                  </a:lnTo>
                  <a:lnTo>
                    <a:pt x="265252" y="235305"/>
                  </a:lnTo>
                  <a:lnTo>
                    <a:pt x="250682" y="256473"/>
                  </a:lnTo>
                  <a:lnTo>
                    <a:pt x="232268" y="271356"/>
                  </a:lnTo>
                  <a:lnTo>
                    <a:pt x="209718" y="280145"/>
                  </a:lnTo>
                  <a:lnTo>
                    <a:pt x="182740" y="283032"/>
                  </a:lnTo>
                  <a:lnTo>
                    <a:pt x="153110" y="277712"/>
                  </a:lnTo>
                  <a:lnTo>
                    <a:pt x="123561" y="260497"/>
                  </a:lnTo>
                  <a:lnTo>
                    <a:pt x="100865" y="229502"/>
                  </a:lnTo>
                  <a:lnTo>
                    <a:pt x="91795" y="182841"/>
                  </a:lnTo>
                  <a:lnTo>
                    <a:pt x="100865" y="136183"/>
                  </a:lnTo>
                  <a:lnTo>
                    <a:pt x="123561" y="105192"/>
                  </a:lnTo>
                  <a:lnTo>
                    <a:pt x="153110" y="87981"/>
                  </a:lnTo>
                  <a:lnTo>
                    <a:pt x="182740" y="82664"/>
                  </a:lnTo>
                  <a:lnTo>
                    <a:pt x="209718" y="85551"/>
                  </a:lnTo>
                  <a:lnTo>
                    <a:pt x="232268" y="94338"/>
                  </a:lnTo>
                  <a:lnTo>
                    <a:pt x="250682" y="109217"/>
                  </a:lnTo>
                  <a:lnTo>
                    <a:pt x="265252" y="130378"/>
                  </a:lnTo>
                  <a:lnTo>
                    <a:pt x="267982" y="135623"/>
                  </a:lnTo>
                  <a:lnTo>
                    <a:pt x="274345" y="137820"/>
                  </a:lnTo>
                  <a:lnTo>
                    <a:pt x="341287" y="111353"/>
                  </a:lnTo>
                  <a:lnTo>
                    <a:pt x="344360" y="103708"/>
                  </a:lnTo>
                  <a:lnTo>
                    <a:pt x="341464" y="97167"/>
                  </a:lnTo>
                  <a:lnTo>
                    <a:pt x="315602" y="57253"/>
                  </a:lnTo>
                  <a:lnTo>
                    <a:pt x="278793" y="26600"/>
                  </a:lnTo>
                  <a:lnTo>
                    <a:pt x="233626" y="6938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7A53D38B-4F30-4D8F-995F-7125E3DAF04B}"/>
                </a:ext>
              </a:extLst>
            </p:cNvPr>
            <p:cNvSpPr/>
            <p:nvPr/>
          </p:nvSpPr>
          <p:spPr>
            <a:xfrm>
              <a:off x="15087434" y="12485414"/>
              <a:ext cx="335915" cy="366395"/>
            </a:xfrm>
            <a:custGeom>
              <a:avLst/>
              <a:gdLst/>
              <a:ahLst/>
              <a:cxnLst/>
              <a:rect l="l" t="t" r="r" b="b"/>
              <a:pathLst>
                <a:path w="335915" h="366395">
                  <a:moveTo>
                    <a:pt x="182689" y="0"/>
                  </a:moveTo>
                  <a:lnTo>
                    <a:pt x="138412" y="5297"/>
                  </a:lnTo>
                  <a:lnTo>
                    <a:pt x="95972" y="21017"/>
                  </a:lnTo>
                  <a:lnTo>
                    <a:pt x="58140" y="46897"/>
                  </a:lnTo>
                  <a:lnTo>
                    <a:pt x="27687" y="82677"/>
                  </a:lnTo>
                  <a:lnTo>
                    <a:pt x="7383" y="128096"/>
                  </a:lnTo>
                  <a:lnTo>
                    <a:pt x="0" y="182892"/>
                  </a:lnTo>
                  <a:lnTo>
                    <a:pt x="7885" y="237063"/>
                  </a:lnTo>
                  <a:lnTo>
                    <a:pt x="29449" y="282327"/>
                  </a:lnTo>
                  <a:lnTo>
                    <a:pt x="61550" y="318265"/>
                  </a:lnTo>
                  <a:lnTo>
                    <a:pt x="101046" y="344455"/>
                  </a:lnTo>
                  <a:lnTo>
                    <a:pt x="144797" y="360478"/>
                  </a:lnTo>
                  <a:lnTo>
                    <a:pt x="189661" y="365912"/>
                  </a:lnTo>
                  <a:lnTo>
                    <a:pt x="228746" y="363432"/>
                  </a:lnTo>
                  <a:lnTo>
                    <a:pt x="298028" y="343714"/>
                  </a:lnTo>
                  <a:lnTo>
                    <a:pt x="332663" y="322961"/>
                  </a:lnTo>
                  <a:lnTo>
                    <a:pt x="335635" y="317080"/>
                  </a:lnTo>
                  <a:lnTo>
                    <a:pt x="335622" y="161302"/>
                  </a:lnTo>
                  <a:lnTo>
                    <a:pt x="202145" y="156121"/>
                  </a:lnTo>
                  <a:lnTo>
                    <a:pt x="196976" y="227469"/>
                  </a:lnTo>
                  <a:lnTo>
                    <a:pt x="252552" y="232638"/>
                  </a:lnTo>
                  <a:lnTo>
                    <a:pt x="254393" y="234467"/>
                  </a:lnTo>
                  <a:lnTo>
                    <a:pt x="252298" y="272872"/>
                  </a:lnTo>
                  <a:lnTo>
                    <a:pt x="203089" y="283095"/>
                  </a:lnTo>
                  <a:lnTo>
                    <a:pt x="183121" y="283044"/>
                  </a:lnTo>
                  <a:lnTo>
                    <a:pt x="154542" y="277662"/>
                  </a:lnTo>
                  <a:lnTo>
                    <a:pt x="124744" y="261229"/>
                  </a:lnTo>
                  <a:lnTo>
                    <a:pt x="101305" y="230656"/>
                  </a:lnTo>
                  <a:lnTo>
                    <a:pt x="91808" y="182854"/>
                  </a:lnTo>
                  <a:lnTo>
                    <a:pt x="100876" y="136194"/>
                  </a:lnTo>
                  <a:lnTo>
                    <a:pt x="123567" y="105198"/>
                  </a:lnTo>
                  <a:lnTo>
                    <a:pt x="153112" y="87983"/>
                  </a:lnTo>
                  <a:lnTo>
                    <a:pt x="182740" y="82664"/>
                  </a:lnTo>
                  <a:lnTo>
                    <a:pt x="205114" y="84609"/>
                  </a:lnTo>
                  <a:lnTo>
                    <a:pt x="224482" y="90501"/>
                  </a:lnTo>
                  <a:lnTo>
                    <a:pt x="241015" y="100425"/>
                  </a:lnTo>
                  <a:lnTo>
                    <a:pt x="254888" y="114465"/>
                  </a:lnTo>
                  <a:lnTo>
                    <a:pt x="258711" y="119367"/>
                  </a:lnTo>
                  <a:lnTo>
                    <a:pt x="265760" y="120294"/>
                  </a:lnTo>
                  <a:lnTo>
                    <a:pt x="324269" y="77190"/>
                  </a:lnTo>
                  <a:lnTo>
                    <a:pt x="325246" y="68986"/>
                  </a:lnTo>
                  <a:lnTo>
                    <a:pt x="320751" y="63411"/>
                  </a:lnTo>
                  <a:lnTo>
                    <a:pt x="293735" y="36968"/>
                  </a:lnTo>
                  <a:lnTo>
                    <a:pt x="260864" y="17008"/>
                  </a:lnTo>
                  <a:lnTo>
                    <a:pt x="223421" y="4396"/>
                  </a:lnTo>
                  <a:lnTo>
                    <a:pt x="182689" y="0"/>
                  </a:lnTo>
                  <a:close/>
                </a:path>
              </a:pathLst>
            </a:custGeom>
            <a:solidFill>
              <a:srgbClr val="59575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22171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E8F417A-4B81-9547-83F1-D6A9B18CF865}"/>
              </a:ext>
            </a:extLst>
          </p:cNvPr>
          <p:cNvSpPr/>
          <p:nvPr userDrawn="1"/>
        </p:nvSpPr>
        <p:spPr>
          <a:xfrm>
            <a:off x="0" y="0"/>
            <a:ext cx="304800" cy="762000"/>
          </a:xfrm>
          <a:custGeom>
            <a:avLst/>
            <a:gdLst/>
            <a:ahLst/>
            <a:cxnLst/>
            <a:rect l="l" t="t" r="r" b="b"/>
            <a:pathLst>
              <a:path w="20104100" h="367030">
                <a:moveTo>
                  <a:pt x="20104099" y="0"/>
                </a:moveTo>
                <a:lnTo>
                  <a:pt x="0" y="0"/>
                </a:lnTo>
                <a:lnTo>
                  <a:pt x="0" y="366480"/>
                </a:lnTo>
                <a:lnTo>
                  <a:pt x="20104099" y="36648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89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51">
            <a:extLst>
              <a:ext uri="{FF2B5EF4-FFF2-40B4-BE49-F238E27FC236}">
                <a16:creationId xmlns:a16="http://schemas.microsoft.com/office/drawing/2014/main" id="{DC1CD1E4-2C01-3746-B091-E8A59904ED60}"/>
              </a:ext>
            </a:extLst>
          </p:cNvPr>
          <p:cNvSpPr txBox="1">
            <a:spLocks/>
          </p:cNvSpPr>
          <p:nvPr userDrawn="1"/>
        </p:nvSpPr>
        <p:spPr>
          <a:xfrm>
            <a:off x="1428690" y="6248697"/>
            <a:ext cx="4121400" cy="134954"/>
          </a:xfrm>
          <a:prstGeom prst="rect">
            <a:avLst/>
          </a:prstGeom>
        </p:spPr>
        <p:txBody>
          <a:bodyPr vert="horz" wrap="square" lIns="0" tIns="4236" rIns="0" bIns="0" rtlCol="0">
            <a:spAutoFit/>
          </a:bodyPr>
          <a:lstStyle>
            <a:defPPr>
              <a:defRPr kern="0"/>
            </a:defPPr>
          </a:lstStyle>
          <a:p>
            <a:pPr marL="7701">
              <a:lnSpc>
                <a:spcPct val="100000"/>
              </a:lnSpc>
              <a:spcBef>
                <a:spcPts val="33"/>
              </a:spcBef>
            </a:pP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©2026</a:t>
            </a:r>
            <a:r>
              <a:rPr lang="en-US" altLang="ja-JP" sz="849" b="0" i="0" spc="173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1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GENETEC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55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CORPORATION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4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All</a:t>
            </a:r>
            <a:r>
              <a:rPr lang="en-US" altLang="ja-JP" sz="849" b="0" i="0" spc="179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4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Rights</a:t>
            </a:r>
            <a:r>
              <a:rPr lang="en-US" altLang="ja-JP" sz="849" b="0" i="0" spc="182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US" altLang="ja-JP" sz="849" b="0" i="0" spc="67" dirty="0">
                <a:solidFill>
                  <a:srgbClr val="231815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Reserved.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B9FB54D-625E-4FBA-AEA0-3EB3E0B8C20A}"/>
              </a:ext>
            </a:extLst>
          </p:cNvPr>
          <p:cNvSpPr txBox="1"/>
          <p:nvPr userDrawn="1"/>
        </p:nvSpPr>
        <p:spPr>
          <a:xfrm>
            <a:off x="739776" y="6122253"/>
            <a:ext cx="554532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A5FB499-DB95-416D-BB8C-2100A0B44125}" type="slidenum">
              <a:rPr kumimoji="1" lang="en-US" altLang="ja-JP" sz="2001" baseline="0" smtClean="0">
                <a:solidFill>
                  <a:srgbClr val="003894"/>
                </a:solidFill>
                <a:latin typeface="Segoe UI Historic" panose="020B0502040204020203" pitchFamily="34" charset="0"/>
                <a:ea typeface="游ゴシック" panose="020B0400000000000000" pitchFamily="50" charset="-128"/>
              </a:rPr>
              <a:t>‹#›</a:t>
            </a:fld>
            <a:endParaRPr kumimoji="1" lang="en-US" altLang="ja-JP" sz="2001" baseline="0" dirty="0">
              <a:solidFill>
                <a:srgbClr val="003894"/>
              </a:solidFill>
              <a:latin typeface="Segoe UI Historic" panose="020B0502040204020203" pitchFamily="34" charset="0"/>
              <a:ea typeface="游ゴシック" panose="020B0400000000000000" pitchFamily="50" charset="-128"/>
            </a:endParaRPr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1C28F4F-44AB-45EE-9EAE-A9F49C1C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C0CD47-E147-43D3-83B7-39FFED15A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595" y="10668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680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>
        <a:defRPr sz="4000"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0">
        <a:defRPr sz="4000"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277246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554492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831738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1108984">
        <a:defRPr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ro31jp/embedded-ci-training_TAK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github.com/hiro31jp/embedded-ci-training_TANI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392" y="2743200"/>
            <a:ext cx="10058400" cy="121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400" b="0">
                <a:solidFill>
                  <a:srgbClr val="1A1A1A"/>
                </a:solidFill>
                <a:latin typeface="Noto Sans JP"/>
              </a:rPr>
              <a:t>GitHub Actions実践研修</a:t>
            </a:r>
            <a:endParaRPr lang="en-US" sz="24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ハンズオン用手順書</a:t>
            </a:r>
            <a:endParaRPr sz="4000" b="0">
              <a:solidFill>
                <a:srgbClr val="1A1A1A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6F366-FDAA-66D0-E1E9-BC85EB37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130B7-6437-4A4B-387E-1A173BE74E36}"/>
              </a:ext>
            </a:extLst>
          </p:cNvPr>
          <p:cNvSpPr txBox="1"/>
          <p:nvPr/>
        </p:nvSpPr>
        <p:spPr>
          <a:xfrm>
            <a:off x="659892" y="731520"/>
            <a:ext cx="10058400" cy="768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B480D8F8-8C76-4E8F-67DA-0799FDE8AE0A}"/>
              </a:ext>
            </a:extLst>
          </p:cNvPr>
          <p:cNvSpPr txBox="1"/>
          <p:nvPr/>
        </p:nvSpPr>
        <p:spPr>
          <a:xfrm>
            <a:off x="659892" y="1623060"/>
            <a:ext cx="10058400" cy="2646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✅ 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STEP0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「今日は“ミスをなくす仕組み”を体験します」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「人は必ずミスします。なので“テストを自動化します”」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chemeClr val="tx1"/>
                </a:solidFill>
                <a:latin typeface="Noto Sans JP"/>
              </a:rPr>
              <a:t>　「コードを変更すると、自動でテストが走ります」</a:t>
            </a:r>
            <a:endParaRPr lang="en-US" altLang="ja-JP" sz="2000" b="0">
              <a:solidFill>
                <a:schemeClr val="tx1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chemeClr val="tx1"/>
                </a:solidFill>
                <a:latin typeface="Noto Sans JP"/>
              </a:rPr>
              <a:t>　「これが</a:t>
            </a:r>
            <a:r>
              <a:rPr lang="en-US" altLang="ja-JP" sz="2000" b="0">
                <a:solidFill>
                  <a:schemeClr val="tx1"/>
                </a:solidFill>
                <a:latin typeface="Noto Sans JP"/>
              </a:rPr>
              <a:t>CI</a:t>
            </a:r>
            <a:r>
              <a:rPr lang="ja-JP" altLang="en-US" sz="2000" b="0">
                <a:solidFill>
                  <a:schemeClr val="tx1"/>
                </a:solidFill>
                <a:latin typeface="Noto Sans JP"/>
              </a:rPr>
              <a:t>です」</a:t>
            </a:r>
            <a:endParaRPr lang="en-US" altLang="ja-JP" sz="2000" b="0">
              <a:solidFill>
                <a:schemeClr val="tx1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85952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186D-A1C8-92FD-D734-A22EE056C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8E821-1B7D-C3D1-36D3-68B1A681C6E8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</a:p>
          <a:p>
            <a:pPr>
              <a:lnSpc>
                <a:spcPct val="120000"/>
              </a:lnSpc>
            </a:pP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6EE2BFE-BC18-CA99-7D7C-F5CB4C30B52C}"/>
              </a:ext>
            </a:extLst>
          </p:cNvPr>
          <p:cNvSpPr txBox="1"/>
          <p:nvPr/>
        </p:nvSpPr>
        <p:spPr>
          <a:xfrm>
            <a:off x="659892" y="1623060"/>
            <a:ext cx="10058400" cy="43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✅ 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STEP1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：リポジトリを開く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D7C74A1-5430-B9D0-A7F5-8DD5117094C4}"/>
              </a:ext>
            </a:extLst>
          </p:cNvPr>
          <p:cNvSpPr txBox="1"/>
          <p:nvPr/>
        </p:nvSpPr>
        <p:spPr>
          <a:xfrm>
            <a:off x="659892" y="1623060"/>
            <a:ext cx="10058400" cy="3015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以下の</a:t>
            </a:r>
            <a:r>
              <a:rPr lang="en-US" sz="2000" b="0">
                <a:solidFill>
                  <a:srgbClr val="1A1A1A"/>
                </a:solidFill>
                <a:latin typeface="Noto Sans JP"/>
              </a:rPr>
              <a:t>URL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を開いてください：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sz="2000" b="0">
                <a:solidFill>
                  <a:srgbClr val="1A1A1A"/>
                </a:solidFill>
                <a:latin typeface="Noto Sans JP"/>
                <a:hlinkClick r:id="rId3"/>
              </a:rPr>
              <a:t>https://github.com/hiro31jp/embedded-ci-training_TAKE</a:t>
            </a:r>
            <a:endParaRPr lang="en-US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sz="2000" b="0">
                <a:solidFill>
                  <a:srgbClr val="1A1A1A"/>
                </a:solidFill>
                <a:latin typeface="Noto Sans JP"/>
                <a:hlinkClick r:id="rId4"/>
              </a:rPr>
              <a:t>https://github.com/hiro31jp/embedded-ci-training_TANI</a:t>
            </a:r>
            <a:endParaRPr lang="en-US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FF0000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chemeClr val="tx1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chemeClr val="tx1"/>
              </a:solidFill>
              <a:latin typeface="Noto Sans JP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B7A0539-5D2A-AE91-F5F9-8B1ADEC7C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172" y="4011894"/>
            <a:ext cx="1805776" cy="158496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DAA9826-6E52-FF5B-E3C1-1B76B5286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678" y="4009090"/>
            <a:ext cx="3601268" cy="200309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15281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E188-2EEB-D702-F803-F0D07960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429643-5477-A34B-BD0F-196548DBFA37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</a:p>
          <a:p>
            <a:pPr>
              <a:lnSpc>
                <a:spcPct val="120000"/>
              </a:lnSpc>
            </a:pP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557B948B-FCC5-88BB-7444-43236A109A4C}"/>
              </a:ext>
            </a:extLst>
          </p:cNvPr>
          <p:cNvSpPr txBox="1"/>
          <p:nvPr/>
        </p:nvSpPr>
        <p:spPr>
          <a:xfrm>
            <a:off x="659892" y="1623060"/>
            <a:ext cx="10058400" cy="4493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✅ 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STEP2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：ファイルを変更する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1. calc.c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を開く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2.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編集モードにする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Edit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（鉛筆マーク）」をクリック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3.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以下の様に変更：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　</a:t>
            </a:r>
            <a:r>
              <a:rPr lang="en-US" altLang="ja-JP" sz="2000" b="0">
                <a:solidFill>
                  <a:srgbClr val="0070C0"/>
                </a:solidFill>
                <a:latin typeface="Noto Sans JP"/>
              </a:rPr>
              <a:t>※</a:t>
            </a:r>
            <a:r>
              <a:rPr lang="ja-JP" altLang="en-US" sz="2000" b="0">
                <a:solidFill>
                  <a:srgbClr val="0070C0"/>
                </a:solidFill>
                <a:latin typeface="Noto Sans JP"/>
              </a:rPr>
              <a:t>わざとバグを入れる</a:t>
            </a:r>
            <a:endParaRPr lang="en-US" altLang="ja-JP" sz="2000" b="0">
              <a:solidFill>
                <a:srgbClr val="0070C0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(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変更前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)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 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return a + b;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(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変更後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)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 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return a + b + 1;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82948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A716-5EAE-73AE-C60E-A72F197E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CA7A19-D46E-74A3-5F6E-90E19C7D8885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</a:p>
          <a:p>
            <a:pPr>
              <a:lnSpc>
                <a:spcPct val="120000"/>
              </a:lnSpc>
            </a:pP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987EB3F-0ACF-9F18-CBB5-DCF41FE615F1}"/>
              </a:ext>
            </a:extLst>
          </p:cNvPr>
          <p:cNvSpPr txBox="1"/>
          <p:nvPr/>
        </p:nvSpPr>
        <p:spPr>
          <a:xfrm>
            <a:off x="659892" y="1623060"/>
            <a:ext cx="10058400" cy="2277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✅ 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STEP3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Commit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（保存）する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1.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Commit changes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」クリック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0070C0"/>
                </a:solidFill>
                <a:latin typeface="Noto Sans JP"/>
              </a:rPr>
              <a:t>　★このタイミングで</a:t>
            </a:r>
            <a:r>
              <a:rPr lang="en-US" altLang="ja-JP" sz="2000">
                <a:solidFill>
                  <a:srgbClr val="0070C0"/>
                </a:solidFill>
                <a:latin typeface="Noto Sans JP"/>
              </a:rPr>
              <a:t>(</a:t>
            </a:r>
            <a:r>
              <a:rPr lang="ja-JP" altLang="en-US" sz="2000">
                <a:solidFill>
                  <a:srgbClr val="0070C0"/>
                </a:solidFill>
                <a:latin typeface="Noto Sans JP"/>
              </a:rPr>
              <a:t>ビルドと</a:t>
            </a:r>
            <a:r>
              <a:rPr lang="en-US" altLang="ja-JP" sz="2000">
                <a:solidFill>
                  <a:srgbClr val="0070C0"/>
                </a:solidFill>
                <a:latin typeface="Noto Sans JP"/>
              </a:rPr>
              <a:t>)</a:t>
            </a:r>
            <a:r>
              <a:rPr lang="ja-JP" altLang="en-US" sz="2000">
                <a:solidFill>
                  <a:srgbClr val="0070C0"/>
                </a:solidFill>
                <a:latin typeface="Noto Sans JP"/>
              </a:rPr>
              <a:t>テストが自動で実行されている！</a:t>
            </a:r>
            <a:endParaRPr lang="en-US" altLang="ja-JP" sz="2000" b="0">
              <a:solidFill>
                <a:srgbClr val="0070C0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00844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A93D-BE58-5CFE-8A2D-D97BC717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D4086E-ED3F-295E-F3C4-A0CDF7CF9537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</a:p>
          <a:p>
            <a:pPr>
              <a:lnSpc>
                <a:spcPct val="120000"/>
              </a:lnSpc>
            </a:pP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D18383A-1C94-E0C4-FFEF-69A50254BC9E}"/>
              </a:ext>
            </a:extLst>
          </p:cNvPr>
          <p:cNvSpPr txBox="1"/>
          <p:nvPr/>
        </p:nvSpPr>
        <p:spPr>
          <a:xfrm>
            <a:off x="659892" y="1623060"/>
            <a:ext cx="10058400" cy="2646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✅ 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STEP4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CI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を確認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1.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上の「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Actions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」タブを選択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2. 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実行中の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CI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をクリック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3.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結果を見る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2035814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C7D1-DAF9-047C-CDD1-2F054EDF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2D257B-288C-4414-C9A3-4D1695D35B9D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</a:p>
          <a:p>
            <a:pPr>
              <a:lnSpc>
                <a:spcPct val="120000"/>
              </a:lnSpc>
            </a:pP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6036047E-02F6-752A-917E-21BE646C3E10}"/>
              </a:ext>
            </a:extLst>
          </p:cNvPr>
          <p:cNvSpPr txBox="1"/>
          <p:nvPr/>
        </p:nvSpPr>
        <p:spPr>
          <a:xfrm>
            <a:off x="659892" y="1623060"/>
            <a:ext cx="10058400" cy="1169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✅ STEP5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：結果を見る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　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&lt;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表示例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&gt;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　　　　　　　　　　　 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&lt;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凡例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&gt;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4BD3BA6-BA74-66D2-678C-699E27A8D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676209"/>
              </p:ext>
            </p:extLst>
          </p:nvPr>
        </p:nvGraphicFramePr>
        <p:xfrm>
          <a:off x="5394165" y="2827744"/>
          <a:ext cx="3307080" cy="1791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3540">
                  <a:extLst>
                    <a:ext uri="{9D8B030D-6E8A-4147-A177-3AD203B41FA5}">
                      <a16:colId xmlns:a16="http://schemas.microsoft.com/office/drawing/2014/main" val="3984418019"/>
                    </a:ext>
                  </a:extLst>
                </a:gridCol>
                <a:gridCol w="1653540">
                  <a:extLst>
                    <a:ext uri="{9D8B030D-6E8A-4147-A177-3AD203B41FA5}">
                      <a16:colId xmlns:a16="http://schemas.microsoft.com/office/drawing/2014/main" val="2238771941"/>
                    </a:ext>
                  </a:extLst>
                </a:gridCol>
              </a:tblGrid>
              <a:tr h="597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800" b="1" u="none" strike="noStrike">
                          <a:effectLst/>
                        </a:rPr>
                        <a:t>状態</a:t>
                      </a:r>
                      <a:endParaRPr lang="ja-JP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Yu Gothic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800" b="1" u="none" strike="noStrike">
                          <a:effectLst/>
                        </a:rPr>
                        <a:t>意味</a:t>
                      </a:r>
                      <a:endParaRPr lang="ja-JP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Yu Gothic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43810723"/>
                  </a:ext>
                </a:extLst>
              </a:tr>
              <a:tr h="597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u="none" strike="noStrike">
                          <a:effectLst/>
                        </a:rPr>
                        <a:t>✅ 緑</a:t>
                      </a:r>
                      <a:endParaRPr 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Yu Gothic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u="none" strike="noStrike">
                          <a:effectLst/>
                        </a:rPr>
                        <a:t>成功</a:t>
                      </a:r>
                      <a:endParaRPr 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Yu Gothic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01506412"/>
                  </a:ext>
                </a:extLst>
              </a:tr>
              <a:tr h="5971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u="none" strike="noStrike">
                          <a:effectLst/>
                        </a:rPr>
                        <a:t>❌ 赤</a:t>
                      </a:r>
                      <a:endParaRPr 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Yu Gothic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u="none" strike="noStrike">
                          <a:effectLst/>
                        </a:rPr>
                        <a:t>失敗</a:t>
                      </a:r>
                      <a:endParaRPr lang="ja-JP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Yu Gothic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46940390"/>
                  </a:ext>
                </a:extLst>
              </a:tr>
            </a:tbl>
          </a:graphicData>
        </a:graphic>
      </p:graphicFrame>
      <p:pic>
        <p:nvPicPr>
          <p:cNvPr id="8" name="図 7">
            <a:extLst>
              <a:ext uri="{FF2B5EF4-FFF2-40B4-BE49-F238E27FC236}">
                <a16:creationId xmlns:a16="http://schemas.microsoft.com/office/drawing/2014/main" id="{B4B7E196-275D-B5FE-7A96-5FB3F10AD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143" y="2827744"/>
            <a:ext cx="2743583" cy="7716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7D8DA44-5095-847E-A616-A16B78588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143" y="3723412"/>
            <a:ext cx="2734057" cy="7621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5227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9C8E3-5AB1-6C1F-DAD4-47FFA2AAA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83D4D3-B310-285F-7B1D-017CDF8CA24E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</a:p>
          <a:p>
            <a:pPr>
              <a:lnSpc>
                <a:spcPct val="120000"/>
              </a:lnSpc>
            </a:pP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75E6638-2C13-90D1-E345-773F12F49079}"/>
              </a:ext>
            </a:extLst>
          </p:cNvPr>
          <p:cNvSpPr txBox="1"/>
          <p:nvPr/>
        </p:nvSpPr>
        <p:spPr>
          <a:xfrm>
            <a:off x="659892" y="1623060"/>
            <a:ext cx="10058400" cy="5231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✅ STEP6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：修正する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(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元に戻す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1. 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calc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.c 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を開く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2.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編集モードにする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Edit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（鉛筆マーク）」をクリック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3.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以下の様に変更：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　</a:t>
            </a:r>
            <a:r>
              <a:rPr lang="en-US" altLang="ja-JP" sz="2000" b="0">
                <a:solidFill>
                  <a:srgbClr val="0070C0"/>
                </a:solidFill>
                <a:latin typeface="Noto Sans JP"/>
              </a:rPr>
              <a:t> ※</a:t>
            </a:r>
            <a:r>
              <a:rPr lang="ja-JP" altLang="en-US" sz="2000" b="0">
                <a:solidFill>
                  <a:srgbClr val="0070C0"/>
                </a:solidFill>
                <a:latin typeface="Noto Sans JP"/>
              </a:rPr>
              <a:t>バグを修正する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(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変更前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)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 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return a + b + 1;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(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変更後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)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 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return a + b;</a:t>
            </a: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4.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 Commit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（保存）する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 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Commit changes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」をクリック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30090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3FC6-0D94-8258-B2A0-5DF56314F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CAC0A3-CF5B-CDB8-CD50-7CE5A7E55C5D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👉 自動でテストが動くことを体験する</a:t>
            </a:r>
          </a:p>
          <a:p>
            <a:pPr>
              <a:lnSpc>
                <a:spcPct val="120000"/>
              </a:lnSpc>
            </a:pP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57F6EE71-0555-5C0D-E458-B6E4B30A14B3}"/>
              </a:ext>
            </a:extLst>
          </p:cNvPr>
          <p:cNvSpPr txBox="1"/>
          <p:nvPr/>
        </p:nvSpPr>
        <p:spPr>
          <a:xfrm>
            <a:off x="659892" y="1623060"/>
            <a:ext cx="10058400" cy="3015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✅ STEP7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：もう一度確認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(CI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が成功することを確認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1.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上の「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Actions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」タブを選択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2. 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実行中の</a:t>
            </a:r>
            <a:r>
              <a:rPr lang="en-US" altLang="ja-JP" sz="2000" b="0">
                <a:solidFill>
                  <a:srgbClr val="1A1A1A"/>
                </a:solidFill>
                <a:latin typeface="Noto Sans JP"/>
              </a:rPr>
              <a:t>CI</a:t>
            </a:r>
            <a:r>
              <a:rPr lang="ja-JP" altLang="en-US" sz="2000" b="0">
                <a:solidFill>
                  <a:srgbClr val="1A1A1A"/>
                </a:solidFill>
                <a:latin typeface="Noto Sans JP"/>
              </a:rPr>
              <a:t>をクリック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　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3. 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結果を見る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9397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8A98-36B3-3853-C6C7-37C1F9A27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FA0B36-3777-2408-FE9C-622083B47A19}"/>
              </a:ext>
            </a:extLst>
          </p:cNvPr>
          <p:cNvSpPr txBox="1"/>
          <p:nvPr/>
        </p:nvSpPr>
        <p:spPr>
          <a:xfrm>
            <a:off x="659892" y="731520"/>
            <a:ext cx="10058400" cy="150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🎯 学び</a:t>
            </a:r>
            <a:endParaRPr lang="en-US" altLang="ja-JP" sz="4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en-US" altLang="ja-JP" sz="4000" b="0">
                <a:solidFill>
                  <a:srgbClr val="1A1A1A"/>
                </a:solidFill>
                <a:latin typeface="Noto Sans JP"/>
              </a:rPr>
              <a:t>(</a:t>
            </a: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自動でテストが動くことを体験して</a:t>
            </a:r>
            <a:r>
              <a:rPr lang="en-US" altLang="ja-JP" sz="4000" b="0">
                <a:solidFill>
                  <a:srgbClr val="1A1A1A"/>
                </a:solidFill>
                <a:latin typeface="Noto Sans JP"/>
              </a:rPr>
              <a:t>)</a:t>
            </a:r>
            <a:endParaRPr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9FB3928-2B69-F516-8DFF-D5AE1CB78AF0}"/>
              </a:ext>
            </a:extLst>
          </p:cNvPr>
          <p:cNvSpPr txBox="1"/>
          <p:nvPr/>
        </p:nvSpPr>
        <p:spPr>
          <a:xfrm>
            <a:off x="659892" y="2560320"/>
            <a:ext cx="10058400" cy="1907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１．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push(commit)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すると自動で動く</a:t>
            </a:r>
            <a:endParaRPr lang="en-US" altLang="ja-JP" sz="200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２．バグがあると止まる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(</a:t>
            </a: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テストに失敗すると止まる</a:t>
            </a:r>
            <a:r>
              <a:rPr lang="en-US" altLang="ja-JP" sz="2000">
                <a:solidFill>
                  <a:srgbClr val="1A1A1A"/>
                </a:solidFill>
                <a:latin typeface="Noto Sans JP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ja-JP" sz="2000" b="0">
              <a:solidFill>
                <a:srgbClr val="1A1A1A"/>
              </a:solidFill>
              <a:latin typeface="Noto Sans JP"/>
            </a:endParaRPr>
          </a:p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３．手動チェックが不要になる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42467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71E0B-55D8-B4C3-AED3-795A3213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6B9958-2903-90A6-AA9D-E5D6728AA000}"/>
              </a:ext>
            </a:extLst>
          </p:cNvPr>
          <p:cNvSpPr txBox="1"/>
          <p:nvPr/>
        </p:nvSpPr>
        <p:spPr>
          <a:xfrm>
            <a:off x="659892" y="731520"/>
            <a:ext cx="100584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🎯 </a:t>
            </a:r>
            <a:r>
              <a:rPr lang="ja-JP" altLang="en-US" sz="4000">
                <a:solidFill>
                  <a:srgbClr val="1A1A1A"/>
                </a:solidFill>
                <a:latin typeface="Noto Sans JP"/>
              </a:rPr>
              <a:t>参考</a:t>
            </a:r>
            <a:endParaRPr lang="en-US" altLang="ja-JP"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BDA97F64-920E-3F4B-63BE-D32247B8D123}"/>
              </a:ext>
            </a:extLst>
          </p:cNvPr>
          <p:cNvSpPr txBox="1"/>
          <p:nvPr/>
        </p:nvSpPr>
        <p:spPr>
          <a:xfrm>
            <a:off x="659892" y="1676400"/>
            <a:ext cx="10058400" cy="43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１．リポジトリ構成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42456E-6EBB-3464-9166-4B398959C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69" y="2271551"/>
            <a:ext cx="2019582" cy="231489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A24FA84-F877-57CD-1473-56FE61B48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456" y="2307883"/>
            <a:ext cx="819264" cy="35247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BAA0941-43B5-70E2-02FB-26E2FACAC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076" y="2686804"/>
            <a:ext cx="781159" cy="35247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5C9865A-B460-0DFF-BAEE-73635A73E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8076" y="3101292"/>
            <a:ext cx="838317" cy="34294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C4F8075-0284-FCE6-C2EA-59A376E67C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6393" y="3089859"/>
            <a:ext cx="866896" cy="36200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7F6550E-2F86-1004-B549-1CAC80EDD7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0936" y="3478599"/>
            <a:ext cx="1066949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6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510B-BA39-59A1-F429-ACA04DF8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7A4824-3DF6-45A8-660E-2ADA3ED0D4A0}"/>
              </a:ext>
            </a:extLst>
          </p:cNvPr>
          <p:cNvSpPr txBox="1"/>
          <p:nvPr/>
        </p:nvSpPr>
        <p:spPr>
          <a:xfrm>
            <a:off x="659892" y="731520"/>
            <a:ext cx="100584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🎯 </a:t>
            </a:r>
            <a:r>
              <a:rPr lang="ja-JP" altLang="en-US" sz="4000">
                <a:solidFill>
                  <a:srgbClr val="1A1A1A"/>
                </a:solidFill>
                <a:latin typeface="Noto Sans JP"/>
              </a:rPr>
              <a:t>参考</a:t>
            </a:r>
            <a:endParaRPr lang="en-US" altLang="ja-JP"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0D024D7-8A4C-F425-BEB7-BA4011277E9C}"/>
              </a:ext>
            </a:extLst>
          </p:cNvPr>
          <p:cNvSpPr txBox="1"/>
          <p:nvPr/>
        </p:nvSpPr>
        <p:spPr>
          <a:xfrm>
            <a:off x="659892" y="1676400"/>
            <a:ext cx="10058400" cy="43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２．ファイル内容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0D60E41-95D6-6F95-5A9C-B610845ED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51" y="2220648"/>
            <a:ext cx="819264" cy="35247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79F4A03-6200-070A-2B78-CB73BC4E4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205" y="2633431"/>
            <a:ext cx="3410426" cy="31055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792B886-99DF-0D90-D810-3FAA92961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401" y="2239700"/>
            <a:ext cx="924054" cy="33342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A396013-D031-0BED-A492-BFB3B86B3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5401" y="2633431"/>
            <a:ext cx="5172797" cy="19528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1174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D03F-E558-8CBC-266A-4974012D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933007-8A70-B66F-4AA8-CAC3214DB05A}"/>
              </a:ext>
            </a:extLst>
          </p:cNvPr>
          <p:cNvSpPr txBox="1"/>
          <p:nvPr/>
        </p:nvSpPr>
        <p:spPr>
          <a:xfrm>
            <a:off x="659892" y="731520"/>
            <a:ext cx="100584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4000" b="0">
                <a:solidFill>
                  <a:srgbClr val="1A1A1A"/>
                </a:solidFill>
                <a:latin typeface="Noto Sans JP"/>
              </a:rPr>
              <a:t>🎯 </a:t>
            </a:r>
            <a:r>
              <a:rPr lang="ja-JP" altLang="en-US" sz="4000">
                <a:solidFill>
                  <a:srgbClr val="1A1A1A"/>
                </a:solidFill>
                <a:latin typeface="Noto Sans JP"/>
              </a:rPr>
              <a:t>参考</a:t>
            </a:r>
            <a:endParaRPr lang="en-US" altLang="ja-JP" sz="4000" b="0">
              <a:solidFill>
                <a:srgbClr val="1A1A1A"/>
              </a:solidFill>
              <a:latin typeface="Noto Sans JP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EB9402A-8254-445F-2488-061213FB1FE7}"/>
              </a:ext>
            </a:extLst>
          </p:cNvPr>
          <p:cNvSpPr txBox="1"/>
          <p:nvPr/>
        </p:nvSpPr>
        <p:spPr>
          <a:xfrm>
            <a:off x="659892" y="1676400"/>
            <a:ext cx="10058400" cy="43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2000">
                <a:solidFill>
                  <a:srgbClr val="1A1A1A"/>
                </a:solidFill>
                <a:latin typeface="Noto Sans JP"/>
              </a:rPr>
              <a:t>２．ファイル内容</a:t>
            </a:r>
            <a:endParaRPr lang="en-US" altLang="ja-JP" sz="2000" b="0">
              <a:solidFill>
                <a:srgbClr val="1A1A1A"/>
              </a:solidFill>
              <a:latin typeface="Noto Sans JP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0707666-5BC3-80F4-319B-C079E008B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44" y="2218780"/>
            <a:ext cx="781159" cy="35247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43441F6-05BC-2243-61F7-5E27970CF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944" y="3772915"/>
            <a:ext cx="838317" cy="34294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15C7082-83B8-3C11-7C47-EBF945352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617" y="3955384"/>
            <a:ext cx="1066949" cy="34294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41AEF6B-983E-007D-10F5-97E54D338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753" y="2625572"/>
            <a:ext cx="3057952" cy="8002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1BAEC42-FCBB-8CDF-6D46-E6AF93EE6A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753" y="4171809"/>
            <a:ext cx="3048425" cy="10097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4F3A012-6174-687E-0202-E1C17DA6E8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070" y="2625572"/>
            <a:ext cx="3172268" cy="11907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A46D891-D4CD-8B40-1476-E3B962A009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8070" y="4334968"/>
            <a:ext cx="3648584" cy="11907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9E01BFF-E913-F891-73FE-1744286261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6986" y="2161032"/>
            <a:ext cx="885949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3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1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中間タイトル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1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+mn-ea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Contents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1">
      <a:majorFont>
        <a:latin typeface="Segoe UI"/>
        <a:ea typeface="游ゴシック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+mn-ea"/>
            <a:ea typeface="+mn-ea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DB66BF-33A8-4C86-BC0B-F55BFAF14A6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7f33fb5-a001-4736-862b-3e3394e1e37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4AF26F9254E914B8E28B9D9679976FA" ma:contentTypeVersion="20" ma:contentTypeDescription="新しいドキュメントを作成します。" ma:contentTypeScope="" ma:versionID="1de54ca58e89345c6c1f1903611e4754">
  <xsd:schema xmlns:xsd="http://www.w3.org/2001/XMLSchema" xmlns:xs="http://www.w3.org/2001/XMLSchema" xmlns:p="http://schemas.microsoft.com/office/2006/metadata/properties" xmlns:ns2="6c4ead33-f868-4a6e-8bb6-a27b2594c58f" xmlns:ns3="9f996c89-0463-45eb-ac21-d3f58dae9444" targetNamespace="http://schemas.microsoft.com/office/2006/metadata/properties" ma:root="true" ma:fieldsID="c1d386807a76f94cbd099af5b0d8e446" ns2:_="" ns3:_="">
    <xsd:import namespace="6c4ead33-f868-4a6e-8bb6-a27b2594c58f"/>
    <xsd:import namespace="9f996c89-0463-45eb-ac21-d3f58dae94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4ead33-f868-4a6e-8bb6-a27b2594c5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47f3dd35-3289-4f2d-9daa-486f5378b5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6" nillable="true" ma:displayName="承認の状態" ma:internalName="_x627f__x8a8d__x306e__x72b6__x614b_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96c89-0463-45eb-ac21-d3f58dae944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3024afb-90ce-4d21-898c-15491da6c5d3}" ma:internalName="TaxCatchAll" ma:showField="CatchAllData" ma:web="9f996c89-0463-45eb-ac21-d3f58dae94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f996c89-0463-45eb-ac21-d3f58dae9444" xsi:nil="true"/>
    <lcf76f155ced4ddcb4097134ff3c332f xmlns="6c4ead33-f868-4a6e-8bb6-a27b2594c58f">
      <Terms xmlns="http://schemas.microsoft.com/office/infopath/2007/PartnerControls"/>
    </lcf76f155ced4ddcb4097134ff3c332f>
    <_Flow_SignoffStatus xmlns="6c4ead33-f868-4a6e-8bb6-a27b2594c58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531C8F-DF9E-42ED-84AB-AFF8441E08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4ead33-f868-4a6e-8bb6-a27b2594c58f"/>
    <ds:schemaRef ds:uri="9f996c89-0463-45eb-ac21-d3f58dae94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E68F32-3B16-4B26-953D-A9E4C3E954DF}">
  <ds:schemaRefs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f996c89-0463-45eb-ac21-d3f58dae9444"/>
    <ds:schemaRef ds:uri="6c4ead33-f868-4a6e-8bb6-a27b2594c58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17FB000-45A8-43D2-84A5-23E7777928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29032</TotalTime>
  <Words>1015</Words>
  <Application>Microsoft Office PowerPoint</Application>
  <PresentationFormat>ワイド画面</PresentationFormat>
  <Paragraphs>115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13</vt:i4>
      </vt:variant>
    </vt:vector>
  </HeadingPairs>
  <TitlesOfParts>
    <vt:vector size="24" baseType="lpstr">
      <vt:lpstr>BIZ UDPゴシック</vt:lpstr>
      <vt:lpstr>Helvetica Neue Light</vt:lpstr>
      <vt:lpstr>ＭＳ Ｐゴシック</vt:lpstr>
      <vt:lpstr>Noto Sans JP</vt:lpstr>
      <vt:lpstr>游ゴシック</vt:lpstr>
      <vt:lpstr>Segoe UI</vt:lpstr>
      <vt:lpstr>Segoe UI Historic</vt:lpstr>
      <vt:lpstr>Office Theme</vt:lpstr>
      <vt:lpstr>2_Office Theme</vt:lpstr>
      <vt:lpstr>3_中間タイトル</vt:lpstr>
      <vt:lpstr>3_Contents2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株式会社ゼネテック 会社紹介資料</dc:title>
  <dc:creator>森 城太郎</dc:creator>
  <cp:lastModifiedBy>佐井 博憲</cp:lastModifiedBy>
  <cp:revision>209</cp:revision>
  <dcterms:created xsi:type="dcterms:W3CDTF">2022-03-31T04:14:10Z</dcterms:created>
  <dcterms:modified xsi:type="dcterms:W3CDTF">2026-06-24T06:33:58Z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2022-03-31T00:00:00Z</vt:filetime>
  </property>
  <property fmtid="{D5CDD505-2E9C-101B-9397-08002B2CF9AE}" pid="3" name="Creator">
    <vt:lpwstr>Adobe Illustrator 25.1 (Macintosh)</vt:lpwstr>
  </property>
  <property fmtid="{D5CDD505-2E9C-101B-9397-08002B2CF9AE}" pid="4" name="LastSaved">
    <vt:filetime>2022-03-31T00:00:00Z</vt:filetime>
  </property>
  <property fmtid="{D5CDD505-2E9C-101B-9397-08002B2CF9AE}" pid="5" name="MediaServiceImageTags">
    <vt:lpwstr/>
  </property>
  <property fmtid="{D5CDD505-2E9C-101B-9397-08002B2CF9AE}" pid="6" name="ContentTypeId">
    <vt:lpwstr>0x01010064AF26F9254E914B8E28B9D9679976FA</vt:lpwstr>
  </property>
</Properties>
</file>