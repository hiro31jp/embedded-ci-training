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5" r:id="rId5"/>
    <p:sldMasterId id="2147483681" r:id="rId6"/>
    <p:sldMasterId id="2147483673" r:id="rId7"/>
  </p:sldMasterIdLst>
  <p:notesMasterIdLst>
    <p:notesMasterId r:id="rId22"/>
  </p:notesMasterIdLst>
  <p:handoutMasterIdLst>
    <p:handoutMasterId r:id="rId23"/>
  </p:handoutMasterIdLst>
  <p:sldIdLst>
    <p:sldId id="587" r:id="rId8"/>
    <p:sldId id="588" r:id="rId9"/>
    <p:sldId id="589" r:id="rId10"/>
    <p:sldId id="590" r:id="rId11"/>
    <p:sldId id="591" r:id="rId12"/>
    <p:sldId id="592" r:id="rId13"/>
    <p:sldId id="593" r:id="rId14"/>
    <p:sldId id="594" r:id="rId15"/>
    <p:sldId id="595" r:id="rId16"/>
    <p:sldId id="596" r:id="rId17"/>
    <p:sldId id="598" r:id="rId18"/>
    <p:sldId id="599" r:id="rId19"/>
    <p:sldId id="600" r:id="rId20"/>
    <p:sldId id="586" r:id="rId21"/>
  </p:sldIdLst>
  <p:sldSz cx="12192000" cy="6858000"/>
  <p:notesSz cx="11309350" cy="20104100"/>
  <p:defaultTextStyle>
    <a:defPPr>
      <a:defRPr kern="0"/>
    </a:defPPr>
  </p:defaultTextStyle>
  <p:extLst>
    <p:ext uri="{EFAFB233-063F-42B5-8137-9DF3F51BA10A}">
      <p15:sldGuideLst xmlns:p15="http://schemas.microsoft.com/office/powerpoint/2012/main">
        <p15:guide id="1" orient="horz" pos="135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4"/>
    <a:srgbClr val="FFFF99"/>
    <a:srgbClr val="FFD5D5"/>
    <a:srgbClr val="DA9C00"/>
    <a:srgbClr val="B40020"/>
    <a:srgbClr val="FFC221"/>
    <a:srgbClr val="72BFC5"/>
    <a:srgbClr val="E46C0A"/>
    <a:srgbClr val="00B0F0"/>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36" autoAdjust="0"/>
    <p:restoredTop sz="96121" autoAdjust="0"/>
  </p:normalViewPr>
  <p:slideViewPr>
    <p:cSldViewPr snapToGrid="0">
      <p:cViewPr varScale="1">
        <p:scale>
          <a:sx n="125" d="100"/>
          <a:sy n="125" d="100"/>
        </p:scale>
        <p:origin x="108" y="312"/>
      </p:cViewPr>
      <p:guideLst>
        <p:guide orient="horz" pos="1355"/>
        <p:guide pos="3840"/>
      </p:guideLst>
    </p:cSldViewPr>
  </p:slideViewPr>
  <p:outlineViewPr>
    <p:cViewPr>
      <p:scale>
        <a:sx n="33" d="100"/>
        <a:sy n="33" d="100"/>
      </p:scale>
      <p:origin x="0" y="-62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澤 幸弘" userId="f55cb5c0-958e-4645-977b-a07b11a9a09e" providerId="ADAL" clId="{0F247A56-159D-4ED9-9DB1-B94A559D66F3}"/>
    <pc:docChg chg="custSel addSld delSld modSld sldOrd">
      <pc:chgData name="野澤 幸弘" userId="f55cb5c0-958e-4645-977b-a07b11a9a09e" providerId="ADAL" clId="{0F247A56-159D-4ED9-9DB1-B94A559D66F3}" dt="2026-04-22T00:14:47.741" v="1229" actId="20577"/>
      <pc:docMkLst>
        <pc:docMk/>
      </pc:docMkLst>
      <pc:sldChg chg="addSp modSp mod">
        <pc:chgData name="野澤 幸弘" userId="f55cb5c0-958e-4645-977b-a07b11a9a09e" providerId="ADAL" clId="{0F247A56-159D-4ED9-9DB1-B94A559D66F3}" dt="2026-04-21T00:03:42.181" v="1206" actId="20577"/>
        <pc:sldMkLst>
          <pc:docMk/>
          <pc:sldMk cId="3901222269" sldId="801"/>
        </pc:sldMkLst>
        <pc:spChg chg="add mod">
          <ac:chgData name="野澤 幸弘" userId="f55cb5c0-958e-4645-977b-a07b11a9a09e" providerId="ADAL" clId="{0F247A56-159D-4ED9-9DB1-B94A559D66F3}" dt="2026-04-21T00:03:42.181" v="1206" actId="20577"/>
          <ac:spMkLst>
            <pc:docMk/>
            <pc:sldMk cId="3901222269" sldId="801"/>
            <ac:spMk id="2" creationId="{F8F531C6-3E43-6886-EBF9-C5A1199529E8}"/>
          </ac:spMkLst>
        </pc:spChg>
        <pc:spChg chg="mod">
          <ac:chgData name="野澤 幸弘" userId="f55cb5c0-958e-4645-977b-a07b11a9a09e" providerId="ADAL" clId="{0F247A56-159D-4ED9-9DB1-B94A559D66F3}" dt="2026-04-20T08:00:22.244" v="1171" actId="207"/>
          <ac:spMkLst>
            <pc:docMk/>
            <pc:sldMk cId="3901222269" sldId="801"/>
            <ac:spMk id="4" creationId="{ABCB5435-74FA-DE93-564D-4634E6E17BD7}"/>
          </ac:spMkLst>
        </pc:spChg>
      </pc:sldChg>
      <pc:sldChg chg="modSp mod">
        <pc:chgData name="野澤 幸弘" userId="f55cb5c0-958e-4645-977b-a07b11a9a09e" providerId="ADAL" clId="{0F247A56-159D-4ED9-9DB1-B94A559D66F3}" dt="2026-04-20T08:01:10.246" v="1202"/>
        <pc:sldMkLst>
          <pc:docMk/>
          <pc:sldMk cId="3561273364" sldId="816"/>
        </pc:sldMkLst>
        <pc:spChg chg="mod">
          <ac:chgData name="野澤 幸弘" userId="f55cb5c0-958e-4645-977b-a07b11a9a09e" providerId="ADAL" clId="{0F247A56-159D-4ED9-9DB1-B94A559D66F3}" dt="2026-04-20T08:01:10.246" v="1202"/>
          <ac:spMkLst>
            <pc:docMk/>
            <pc:sldMk cId="3561273364" sldId="816"/>
            <ac:spMk id="10" creationId="{00000000-0000-0000-0000-000000000000}"/>
          </ac:spMkLst>
        </pc:spChg>
      </pc:sldChg>
      <pc:sldChg chg="addSp delSp modSp mod">
        <pc:chgData name="野澤 幸弘" userId="f55cb5c0-958e-4645-977b-a07b11a9a09e" providerId="ADAL" clId="{0F247A56-159D-4ED9-9DB1-B94A559D66F3}" dt="2026-04-22T00:14:47.741" v="1229" actId="20577"/>
        <pc:sldMkLst>
          <pc:docMk/>
          <pc:sldMk cId="412953308" sldId="836"/>
        </pc:sldMkLst>
        <pc:spChg chg="mod">
          <ac:chgData name="野澤 幸弘" userId="f55cb5c0-958e-4645-977b-a07b11a9a09e" providerId="ADAL" clId="{0F247A56-159D-4ED9-9DB1-B94A559D66F3}" dt="2026-04-20T07:42:54.841" v="882" actId="1036"/>
          <ac:spMkLst>
            <pc:docMk/>
            <pc:sldMk cId="412953308" sldId="836"/>
            <ac:spMk id="6" creationId="{9CC310F0-B937-7842-D893-D9548C346469}"/>
          </ac:spMkLst>
        </pc:spChg>
        <pc:spChg chg="add">
          <ac:chgData name="野澤 幸弘" userId="f55cb5c0-958e-4645-977b-a07b11a9a09e" providerId="ADAL" clId="{0F247A56-159D-4ED9-9DB1-B94A559D66F3}" dt="2026-04-20T07:20:51.137" v="772" actId="26606"/>
          <ac:spMkLst>
            <pc:docMk/>
            <pc:sldMk cId="412953308" sldId="836"/>
            <ac:spMk id="10" creationId="{00000000-0000-0000-0000-000000000000}"/>
          </ac:spMkLst>
        </pc:spChg>
        <pc:spChg chg="add mod">
          <ac:chgData name="野澤 幸弘" userId="f55cb5c0-958e-4645-977b-a07b11a9a09e" providerId="ADAL" clId="{0F247A56-159D-4ED9-9DB1-B94A559D66F3}" dt="2026-04-22T00:14:47.741" v="1229" actId="20577"/>
          <ac:spMkLst>
            <pc:docMk/>
            <pc:sldMk cId="412953308" sldId="836"/>
            <ac:spMk id="11" creationId="{00000000-0000-0000-0000-000000000000}"/>
          </ac:spMkLst>
        </pc:spChg>
        <pc:spChg chg="add mod">
          <ac:chgData name="野澤 幸弘" userId="f55cb5c0-958e-4645-977b-a07b11a9a09e" providerId="ADAL" clId="{0F247A56-159D-4ED9-9DB1-B94A559D66F3}" dt="2026-04-20T07:41:07.860" v="825" actId="403"/>
          <ac:spMkLst>
            <pc:docMk/>
            <pc:sldMk cId="412953308" sldId="836"/>
            <ac:spMk id="12" creationId="{00000000-0000-0000-0000-000000000000}"/>
          </ac:spMkLst>
        </pc:spChg>
        <pc:spChg chg="add mod">
          <ac:chgData name="野澤 幸弘" userId="f55cb5c0-958e-4645-977b-a07b11a9a09e" providerId="ADAL" clId="{0F247A56-159D-4ED9-9DB1-B94A559D66F3}" dt="2026-04-22T00:08:12.704" v="1227" actId="20577"/>
          <ac:spMkLst>
            <pc:docMk/>
            <pc:sldMk cId="412953308" sldId="836"/>
            <ac:spMk id="13" creationId="{00000000-0000-0000-0000-000000000000}"/>
          </ac:spMkLst>
        </pc:spChg>
        <pc:grpChg chg="add mod">
          <ac:chgData name="野澤 幸弘" userId="f55cb5c0-958e-4645-977b-a07b11a9a09e" providerId="ADAL" clId="{0F247A56-159D-4ED9-9DB1-B94A559D66F3}" dt="2026-04-20T07:42:54.841" v="882" actId="1036"/>
          <ac:grpSpMkLst>
            <pc:docMk/>
            <pc:sldMk cId="412953308" sldId="836"/>
            <ac:grpSpMk id="3" creationId="{F21F1AEC-11A2-62AF-4737-408ECDD79DF1}"/>
          </ac:grpSpMkLst>
        </pc:grpChg>
        <pc:picChg chg="mod">
          <ac:chgData name="野澤 幸弘" userId="f55cb5c0-958e-4645-977b-a07b11a9a09e" providerId="ADAL" clId="{0F247A56-159D-4ED9-9DB1-B94A559D66F3}" dt="2026-04-20T07:42:54.841" v="882" actId="1036"/>
          <ac:picMkLst>
            <pc:docMk/>
            <pc:sldMk cId="412953308" sldId="836"/>
            <ac:picMk id="4" creationId="{B307512C-8B60-5F62-2E73-53CD42A30922}"/>
          </ac:picMkLst>
        </pc:picChg>
        <pc:picChg chg="mod">
          <ac:chgData name="野澤 幸弘" userId="f55cb5c0-958e-4645-977b-a07b11a9a09e" providerId="ADAL" clId="{0F247A56-159D-4ED9-9DB1-B94A559D66F3}" dt="2026-04-20T07:42:54.841" v="882" actId="1036"/>
          <ac:picMkLst>
            <pc:docMk/>
            <pc:sldMk cId="412953308" sldId="836"/>
            <ac:picMk id="5" creationId="{1B5FE8A4-0A7B-C76E-A240-A3B1D3A26719}"/>
          </ac:picMkLst>
        </pc:picChg>
      </pc:sldChg>
      <pc:sldChg chg="addSp modSp new mod">
        <pc:chgData name="野澤 幸弘" userId="f55cb5c0-958e-4645-977b-a07b11a9a09e" providerId="ADAL" clId="{0F247A56-159D-4ED9-9DB1-B94A559D66F3}" dt="2026-04-20T07:58:46.364" v="1157" actId="1076"/>
        <pc:sldMkLst>
          <pc:docMk/>
          <pc:sldMk cId="887381142" sldId="837"/>
        </pc:sldMkLst>
        <pc:spChg chg="mod">
          <ac:chgData name="野澤 幸弘" userId="f55cb5c0-958e-4645-977b-a07b11a9a09e" providerId="ADAL" clId="{0F247A56-159D-4ED9-9DB1-B94A559D66F3}" dt="2026-04-20T07:54:38.141" v="1074"/>
          <ac:spMkLst>
            <pc:docMk/>
            <pc:sldMk cId="887381142" sldId="837"/>
            <ac:spMk id="2" creationId="{0C9846CD-0E6E-D7B8-CDC4-BD08CE93307E}"/>
          </ac:spMkLst>
        </pc:spChg>
        <pc:spChg chg="mod">
          <ac:chgData name="野澤 幸弘" userId="f55cb5c0-958e-4645-977b-a07b11a9a09e" providerId="ADAL" clId="{0F247A56-159D-4ED9-9DB1-B94A559D66F3}" dt="2026-04-20T07:52:40.156" v="954" actId="1076"/>
          <ac:spMkLst>
            <pc:docMk/>
            <pc:sldMk cId="887381142" sldId="837"/>
            <ac:spMk id="6" creationId="{AC10F6F4-99C3-57FE-1FFB-DC1776966C0C}"/>
          </ac:spMkLst>
        </pc:spChg>
        <pc:spChg chg="add mod">
          <ac:chgData name="野澤 幸弘" userId="f55cb5c0-958e-4645-977b-a07b11a9a09e" providerId="ADAL" clId="{0F247A56-159D-4ED9-9DB1-B94A559D66F3}" dt="2026-04-20T07:52:33.597" v="953" actId="1076"/>
          <ac:spMkLst>
            <pc:docMk/>
            <pc:sldMk cId="887381142" sldId="837"/>
            <ac:spMk id="11" creationId="{67134DE6-3AA7-6A8A-CB37-4DC771B18BC5}"/>
          </ac:spMkLst>
        </pc:spChg>
        <pc:spChg chg="add mod">
          <ac:chgData name="野澤 幸弘" userId="f55cb5c0-958e-4645-977b-a07b11a9a09e" providerId="ADAL" clId="{0F247A56-159D-4ED9-9DB1-B94A559D66F3}" dt="2026-04-20T07:52:49.562" v="957" actId="14100"/>
          <ac:spMkLst>
            <pc:docMk/>
            <pc:sldMk cId="887381142" sldId="837"/>
            <ac:spMk id="12" creationId="{5FA2102E-E46B-5550-7409-819B7E6FD200}"/>
          </ac:spMkLst>
        </pc:spChg>
        <pc:spChg chg="add mod">
          <ac:chgData name="野澤 幸弘" userId="f55cb5c0-958e-4645-977b-a07b11a9a09e" providerId="ADAL" clId="{0F247A56-159D-4ED9-9DB1-B94A559D66F3}" dt="2026-04-20T07:53:51.583" v="1045" actId="1076"/>
          <ac:spMkLst>
            <pc:docMk/>
            <pc:sldMk cId="887381142" sldId="837"/>
            <ac:spMk id="13" creationId="{40DED1CB-663D-402B-F0FD-B5F04C78E55D}"/>
          </ac:spMkLst>
        </pc:spChg>
        <pc:spChg chg="add mod">
          <ac:chgData name="野澤 幸弘" userId="f55cb5c0-958e-4645-977b-a07b11a9a09e" providerId="ADAL" clId="{0F247A56-159D-4ED9-9DB1-B94A559D66F3}" dt="2026-04-20T07:57:45.052" v="1099" actId="1076"/>
          <ac:spMkLst>
            <pc:docMk/>
            <pc:sldMk cId="887381142" sldId="837"/>
            <ac:spMk id="14" creationId="{606BE332-C959-DF1A-6B31-F856A6CD711E}"/>
          </ac:spMkLst>
        </pc:spChg>
        <pc:spChg chg="add mod">
          <ac:chgData name="野澤 幸弘" userId="f55cb5c0-958e-4645-977b-a07b11a9a09e" providerId="ADAL" clId="{0F247A56-159D-4ED9-9DB1-B94A559D66F3}" dt="2026-04-20T07:57:41.272" v="1098" actId="692"/>
          <ac:spMkLst>
            <pc:docMk/>
            <pc:sldMk cId="887381142" sldId="837"/>
            <ac:spMk id="15" creationId="{2FDB9D81-6725-DB4A-9FB8-276258732820}"/>
          </ac:spMkLst>
        </pc:spChg>
        <pc:spChg chg="add mod">
          <ac:chgData name="野澤 幸弘" userId="f55cb5c0-958e-4645-977b-a07b11a9a09e" providerId="ADAL" clId="{0F247A56-159D-4ED9-9DB1-B94A559D66F3}" dt="2026-04-20T07:58:25.347" v="1136" actId="1076"/>
          <ac:spMkLst>
            <pc:docMk/>
            <pc:sldMk cId="887381142" sldId="837"/>
            <ac:spMk id="16" creationId="{CB3F494E-7A07-4ED3-C0D7-05554C4BF667}"/>
          </ac:spMkLst>
        </pc:spChg>
        <pc:spChg chg="add mod">
          <ac:chgData name="野澤 幸弘" userId="f55cb5c0-958e-4645-977b-a07b11a9a09e" providerId="ADAL" clId="{0F247A56-159D-4ED9-9DB1-B94A559D66F3}" dt="2026-04-20T07:58:46.364" v="1157" actId="1076"/>
          <ac:spMkLst>
            <pc:docMk/>
            <pc:sldMk cId="887381142" sldId="837"/>
            <ac:spMk id="17" creationId="{3BABC648-E08B-22D3-24BB-45DA1ABDD47B}"/>
          </ac:spMkLst>
        </pc:spChg>
        <pc:grpChg chg="add mod">
          <ac:chgData name="野澤 幸弘" userId="f55cb5c0-958e-4645-977b-a07b11a9a09e" providerId="ADAL" clId="{0F247A56-159D-4ED9-9DB1-B94A559D66F3}" dt="2026-04-20T07:52:40.156" v="954" actId="1076"/>
          <ac:grpSpMkLst>
            <pc:docMk/>
            <pc:sldMk cId="887381142" sldId="837"/>
            <ac:grpSpMk id="3" creationId="{79EBE10A-C3E4-E57C-3231-2768AC29410C}"/>
          </ac:grpSpMkLst>
        </pc:grpChg>
        <pc:grpChg chg="add mod">
          <ac:chgData name="野澤 幸弘" userId="f55cb5c0-958e-4645-977b-a07b11a9a09e" providerId="ADAL" clId="{0F247A56-159D-4ED9-9DB1-B94A559D66F3}" dt="2026-04-20T07:51:57.789" v="948" actId="1076"/>
          <ac:grpSpMkLst>
            <pc:docMk/>
            <pc:sldMk cId="887381142" sldId="837"/>
            <ac:grpSpMk id="10" creationId="{A2F4B226-BCCA-82F0-F213-1BA5ECFF584E}"/>
          </ac:grpSpMkLst>
        </pc:grpChg>
        <pc:picChg chg="mod">
          <ac:chgData name="野澤 幸弘" userId="f55cb5c0-958e-4645-977b-a07b11a9a09e" providerId="ADAL" clId="{0F247A56-159D-4ED9-9DB1-B94A559D66F3}" dt="2026-04-20T07:52:40.156" v="954" actId="1076"/>
          <ac:picMkLst>
            <pc:docMk/>
            <pc:sldMk cId="887381142" sldId="837"/>
            <ac:picMk id="4" creationId="{46E1B162-07D6-6DB0-9C24-8383C2CBD3A3}"/>
          </ac:picMkLst>
        </pc:picChg>
        <pc:picChg chg="mod">
          <ac:chgData name="野澤 幸弘" userId="f55cb5c0-958e-4645-977b-a07b11a9a09e" providerId="ADAL" clId="{0F247A56-159D-4ED9-9DB1-B94A559D66F3}" dt="2026-04-20T07:52:40.156" v="954" actId="1076"/>
          <ac:picMkLst>
            <pc:docMk/>
            <pc:sldMk cId="887381142" sldId="837"/>
            <ac:picMk id="5" creationId="{93C071AC-7235-8A91-4F9B-53D95440D33C}"/>
          </ac:picMkLst>
        </pc:picChg>
        <pc:picChg chg="add mod">
          <ac:chgData name="野澤 幸弘" userId="f55cb5c0-958e-4645-977b-a07b11a9a09e" providerId="ADAL" clId="{0F247A56-159D-4ED9-9DB1-B94A559D66F3}" dt="2026-04-20T07:51:57.789" v="948" actId="1076"/>
          <ac:picMkLst>
            <pc:docMk/>
            <pc:sldMk cId="887381142" sldId="837"/>
            <ac:picMk id="7" creationId="{073B5C2D-16FB-8CC7-3C2C-FDA4CCC399AD}"/>
          </ac:picMkLst>
        </pc:picChg>
        <pc:picChg chg="add mod">
          <ac:chgData name="野澤 幸弘" userId="f55cb5c0-958e-4645-977b-a07b11a9a09e" providerId="ADAL" clId="{0F247A56-159D-4ED9-9DB1-B94A559D66F3}" dt="2026-04-20T07:51:57.789" v="948" actId="1076"/>
          <ac:picMkLst>
            <pc:docMk/>
            <pc:sldMk cId="887381142" sldId="837"/>
            <ac:picMk id="8" creationId="{3471705A-FA1A-6E05-D0B2-F6393D1CFDD5}"/>
          </ac:picMkLst>
        </pc:picChg>
        <pc:picChg chg="add mod">
          <ac:chgData name="野澤 幸弘" userId="f55cb5c0-958e-4645-977b-a07b11a9a09e" providerId="ADAL" clId="{0F247A56-159D-4ED9-9DB1-B94A559D66F3}" dt="2026-04-20T07:51:57.789" v="948" actId="1076"/>
          <ac:picMkLst>
            <pc:docMk/>
            <pc:sldMk cId="887381142" sldId="837"/>
            <ac:picMk id="9" creationId="{E948EEF2-2CBC-6B73-C898-C455AF4366A3}"/>
          </ac:picMkLst>
        </pc:picChg>
        <pc:picChg chg="add mod">
          <ac:chgData name="野澤 幸弘" userId="f55cb5c0-958e-4645-977b-a07b11a9a09e" providerId="ADAL" clId="{0F247A56-159D-4ED9-9DB1-B94A559D66F3}" dt="2026-04-20T07:53:57.041" v="1047" actId="1076"/>
          <ac:picMkLst>
            <pc:docMk/>
            <pc:sldMk cId="887381142" sldId="837"/>
            <ac:picMk id="2050" creationId="{624EC24F-4FBD-4414-6EF2-15EC3D6B202C}"/>
          </ac:picMkLst>
        </pc:picChg>
        <pc:picChg chg="add mod">
          <ac:chgData name="野澤 幸弘" userId="f55cb5c0-958e-4645-977b-a07b11a9a09e" providerId="ADAL" clId="{0F247A56-159D-4ED9-9DB1-B94A559D66F3}" dt="2026-04-20T07:51:57.789" v="948" actId="1076"/>
          <ac:picMkLst>
            <pc:docMk/>
            <pc:sldMk cId="887381142" sldId="837"/>
            <ac:picMk id="2052" creationId="{BD7D50D8-8B51-1486-2047-17F939C3A3D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7917255-5E26-BBBA-5ACB-CF286AA610BC}"/>
              </a:ext>
            </a:extLst>
          </p:cNvPr>
          <p:cNvSpPr>
            <a:spLocks noGrp="1"/>
          </p:cNvSpPr>
          <p:nvPr>
            <p:ph type="hdr" sz="quarter"/>
          </p:nvPr>
        </p:nvSpPr>
        <p:spPr>
          <a:xfrm>
            <a:off x="0" y="0"/>
            <a:ext cx="4900613" cy="100806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15171649-9F6E-56DC-D5F1-781CB088CC93}"/>
              </a:ext>
            </a:extLst>
          </p:cNvPr>
          <p:cNvSpPr>
            <a:spLocks noGrp="1"/>
          </p:cNvSpPr>
          <p:nvPr>
            <p:ph type="dt" sz="quarter" idx="1"/>
          </p:nvPr>
        </p:nvSpPr>
        <p:spPr>
          <a:xfrm>
            <a:off x="6405563" y="0"/>
            <a:ext cx="4900612" cy="1008063"/>
          </a:xfrm>
          <a:prstGeom prst="rect">
            <a:avLst/>
          </a:prstGeom>
        </p:spPr>
        <p:txBody>
          <a:bodyPr vert="horz" lIns="91440" tIns="45720" rIns="91440" bIns="45720" rtlCol="0"/>
          <a:lstStyle>
            <a:lvl1pPr algn="r">
              <a:defRPr sz="1200"/>
            </a:lvl1pPr>
          </a:lstStyle>
          <a:p>
            <a:fld id="{11B24EE4-DD0A-41BB-960C-B44078C6727D}" type="datetimeFigureOut">
              <a:rPr kumimoji="1" lang="ja-JP" altLang="en-US" smtClean="0"/>
              <a:t>2026/6/24</a:t>
            </a:fld>
            <a:endParaRPr kumimoji="1" lang="ja-JP" altLang="en-US"/>
          </a:p>
        </p:txBody>
      </p:sp>
      <p:sp>
        <p:nvSpPr>
          <p:cNvPr id="4" name="フッター プレースホルダー 3">
            <a:extLst>
              <a:ext uri="{FF2B5EF4-FFF2-40B4-BE49-F238E27FC236}">
                <a16:creationId xmlns:a16="http://schemas.microsoft.com/office/drawing/2014/main" id="{DFE696E9-D2DD-614C-785E-507314208537}"/>
              </a:ext>
            </a:extLst>
          </p:cNvPr>
          <p:cNvSpPr>
            <a:spLocks noGrp="1"/>
          </p:cNvSpPr>
          <p:nvPr>
            <p:ph type="ftr" sz="quarter" idx="2"/>
          </p:nvPr>
        </p:nvSpPr>
        <p:spPr>
          <a:xfrm>
            <a:off x="0" y="19096038"/>
            <a:ext cx="4900613" cy="100806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C3550D8-358C-018B-942C-732FC1B531F1}"/>
              </a:ext>
            </a:extLst>
          </p:cNvPr>
          <p:cNvSpPr>
            <a:spLocks noGrp="1"/>
          </p:cNvSpPr>
          <p:nvPr>
            <p:ph type="sldNum" sz="quarter" idx="3"/>
          </p:nvPr>
        </p:nvSpPr>
        <p:spPr>
          <a:xfrm>
            <a:off x="6405563" y="19096038"/>
            <a:ext cx="4900612" cy="1008062"/>
          </a:xfrm>
          <a:prstGeom prst="rect">
            <a:avLst/>
          </a:prstGeom>
        </p:spPr>
        <p:txBody>
          <a:bodyPr vert="horz" lIns="91440" tIns="45720" rIns="91440" bIns="45720" rtlCol="0" anchor="b"/>
          <a:lstStyle>
            <a:lvl1pPr algn="r">
              <a:defRPr sz="1200"/>
            </a:lvl1pPr>
          </a:lstStyle>
          <a:p>
            <a:fld id="{29F9A375-4E52-40F9-BAB5-A534033DA361}" type="slidenum">
              <a:rPr kumimoji="1" lang="ja-JP" altLang="en-US" smtClean="0"/>
              <a:t>‹#›</a:t>
            </a:fld>
            <a:endParaRPr kumimoji="1" lang="ja-JP" altLang="en-US"/>
          </a:p>
        </p:txBody>
      </p:sp>
    </p:spTree>
    <p:extLst>
      <p:ext uri="{BB962C8B-B14F-4D97-AF65-F5344CB8AC3E}">
        <p14:creationId xmlns:p14="http://schemas.microsoft.com/office/powerpoint/2010/main" val="83462050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900956" cy="1007464"/>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6405715" y="0"/>
            <a:ext cx="4900956" cy="1007464"/>
          </a:xfrm>
          <a:prstGeom prst="rect">
            <a:avLst/>
          </a:prstGeom>
        </p:spPr>
        <p:txBody>
          <a:bodyPr vert="horz" lIns="91440" tIns="45720" rIns="91440" bIns="45720" rtlCol="0"/>
          <a:lstStyle>
            <a:lvl1pPr algn="r">
              <a:defRPr sz="1200"/>
            </a:lvl1pPr>
          </a:lstStyle>
          <a:p>
            <a:fld id="{EF335D86-DEB6-42EF-9EB7-C9F45BEDE59A}" type="datetimeFigureOut">
              <a:rPr kumimoji="1" lang="ja-JP" altLang="en-US" smtClean="0"/>
              <a:t>2026/6/24</a:t>
            </a:fld>
            <a:endParaRPr kumimoji="1" lang="ja-JP" altLang="en-US"/>
          </a:p>
        </p:txBody>
      </p:sp>
      <p:sp>
        <p:nvSpPr>
          <p:cNvPr id="4" name="スライド イメージ プレースホルダー 3"/>
          <p:cNvSpPr>
            <a:spLocks noGrp="1" noRot="1" noChangeAspect="1"/>
          </p:cNvSpPr>
          <p:nvPr>
            <p:ph type="sldImg" idx="2"/>
          </p:nvPr>
        </p:nvSpPr>
        <p:spPr>
          <a:xfrm>
            <a:off x="-374650" y="2514600"/>
            <a:ext cx="12058650" cy="6783388"/>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130578" y="9673900"/>
            <a:ext cx="9048194" cy="79186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19096639"/>
            <a:ext cx="4900956" cy="100746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6405715" y="19096639"/>
            <a:ext cx="4900956" cy="1007462"/>
          </a:xfrm>
          <a:prstGeom prst="rect">
            <a:avLst/>
          </a:prstGeom>
        </p:spPr>
        <p:txBody>
          <a:bodyPr vert="horz" lIns="91440" tIns="45720" rIns="91440" bIns="45720" rtlCol="0" anchor="b"/>
          <a:lstStyle>
            <a:lvl1pPr algn="r">
              <a:defRPr sz="1200"/>
            </a:lvl1pPr>
          </a:lstStyle>
          <a:p>
            <a:fld id="{E9F7B4AA-101B-4AF6-A282-8F0E14BDACED}" type="slidenum">
              <a:rPr kumimoji="1" lang="ja-JP" altLang="en-US" smtClean="0"/>
              <a:t>‹#›</a:t>
            </a:fld>
            <a:endParaRPr kumimoji="1" lang="ja-JP" altLang="en-US"/>
          </a:p>
        </p:txBody>
      </p:sp>
    </p:spTree>
    <p:extLst>
      <p:ext uri="{BB962C8B-B14F-4D97-AF65-F5344CB8AC3E}">
        <p14:creationId xmlns:p14="http://schemas.microsoft.com/office/powerpoint/2010/main" val="1605401543"/>
      </p:ext>
    </p:extLst>
  </p:cSld>
  <p:clrMap bg1="lt1" tx1="dk1" bg2="lt2" tx2="dk2" accent1="accent1" accent2="accent2" accent3="accent3" accent4="accent4" accent5="accent5" accent6="accent6" hlink="hlink" folHlink="folHlink"/>
  <p:hf sldNum="0" hdr="0" ftr="0" dt="0"/>
  <p:notesStyle>
    <a:lvl1pPr marL="0" algn="l" defTabSz="554492" rtl="0" eaLnBrk="1" latinLnBrk="0" hangingPunct="1">
      <a:defRPr kumimoji="1" sz="728" kern="1200">
        <a:solidFill>
          <a:schemeClr val="tx1"/>
        </a:solidFill>
        <a:latin typeface="+mn-lt"/>
        <a:ea typeface="+mn-ea"/>
        <a:cs typeface="+mn-cs"/>
      </a:defRPr>
    </a:lvl1pPr>
    <a:lvl2pPr marL="277246" algn="l" defTabSz="554492" rtl="0" eaLnBrk="1" latinLnBrk="0" hangingPunct="1">
      <a:defRPr kumimoji="1" sz="728" kern="1200">
        <a:solidFill>
          <a:schemeClr val="tx1"/>
        </a:solidFill>
        <a:latin typeface="+mn-lt"/>
        <a:ea typeface="+mn-ea"/>
        <a:cs typeface="+mn-cs"/>
      </a:defRPr>
    </a:lvl2pPr>
    <a:lvl3pPr marL="554492" algn="l" defTabSz="554492" rtl="0" eaLnBrk="1" latinLnBrk="0" hangingPunct="1">
      <a:defRPr kumimoji="1" sz="728" kern="1200">
        <a:solidFill>
          <a:schemeClr val="tx1"/>
        </a:solidFill>
        <a:latin typeface="+mn-lt"/>
        <a:ea typeface="+mn-ea"/>
        <a:cs typeface="+mn-cs"/>
      </a:defRPr>
    </a:lvl3pPr>
    <a:lvl4pPr marL="831738" algn="l" defTabSz="554492" rtl="0" eaLnBrk="1" latinLnBrk="0" hangingPunct="1">
      <a:defRPr kumimoji="1" sz="728" kern="1200">
        <a:solidFill>
          <a:schemeClr val="tx1"/>
        </a:solidFill>
        <a:latin typeface="+mn-lt"/>
        <a:ea typeface="+mn-ea"/>
        <a:cs typeface="+mn-cs"/>
      </a:defRPr>
    </a:lvl4pPr>
    <a:lvl5pPr marL="1108984" algn="l" defTabSz="554492" rtl="0" eaLnBrk="1" latinLnBrk="0" hangingPunct="1">
      <a:defRPr kumimoji="1" sz="728" kern="1200">
        <a:solidFill>
          <a:schemeClr val="tx1"/>
        </a:solidFill>
        <a:latin typeface="+mn-lt"/>
        <a:ea typeface="+mn-ea"/>
        <a:cs typeface="+mn-cs"/>
      </a:defRPr>
    </a:lvl5pPr>
    <a:lvl6pPr marL="1386230" algn="l" defTabSz="554492" rtl="0" eaLnBrk="1" latinLnBrk="0" hangingPunct="1">
      <a:defRPr kumimoji="1" sz="728" kern="1200">
        <a:solidFill>
          <a:schemeClr val="tx1"/>
        </a:solidFill>
        <a:latin typeface="+mn-lt"/>
        <a:ea typeface="+mn-ea"/>
        <a:cs typeface="+mn-cs"/>
      </a:defRPr>
    </a:lvl6pPr>
    <a:lvl7pPr marL="1663476" algn="l" defTabSz="554492" rtl="0" eaLnBrk="1" latinLnBrk="0" hangingPunct="1">
      <a:defRPr kumimoji="1" sz="728" kern="1200">
        <a:solidFill>
          <a:schemeClr val="tx1"/>
        </a:solidFill>
        <a:latin typeface="+mn-lt"/>
        <a:ea typeface="+mn-ea"/>
        <a:cs typeface="+mn-cs"/>
      </a:defRPr>
    </a:lvl7pPr>
    <a:lvl8pPr marL="1940723" algn="l" defTabSz="554492" rtl="0" eaLnBrk="1" latinLnBrk="0" hangingPunct="1">
      <a:defRPr kumimoji="1" sz="728" kern="1200">
        <a:solidFill>
          <a:schemeClr val="tx1"/>
        </a:solidFill>
        <a:latin typeface="+mn-lt"/>
        <a:ea typeface="+mn-ea"/>
        <a:cs typeface="+mn-cs"/>
      </a:defRPr>
    </a:lvl8pPr>
    <a:lvl9pPr marL="2217969" algn="l" defTabSz="554492" rtl="0" eaLnBrk="1" latinLnBrk="0" hangingPunct="1">
      <a:defRPr kumimoji="1" sz="72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【講師ガイド】想定時間：3分／問いかけ例：「CI/CDという言葉を聞いたことはある？」／注意点：研修ゴール（GitHub ActionsでCIを動かせる状態になる）を冒頭で明示。本研修は基礎編・実践編の2部構成であることも伝える。</a:t>
            </a:r>
          </a:p>
          <a:p>
            <a:r>
              <a:t>――――――――――（以下、台本）――――――――――</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【講師ガイド】想定時間：5分／問いかけ例：「Gitでcommitとpushの違いは説明できる？」／注意点：未習でも不安にさせない。研修中と課題でフォローする旨を強調する。</a:t>
            </a:r>
          </a:p>
          <a:p>
            <a:r>
              <a:t>――――――――――（以下、台本）――――――――――</a:t>
            </a:r>
          </a:p>
          <a:p>
            <a:r>
              <a:t>本研修は手を動かす実習が中心。冒頭で受講者の既習状況を確認する。Git・コマンドラインは演習の土台、C言語とMakefileは題材、assertはテストの考え方の入口。未習項目があっても問題ない前提で進める。</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【講師ガイド】想定時間：1分／このセクションのアジェンダ（目的・従来課題・CI・CD）を一言で予告するだけでよい。</a:t>
            </a:r>
          </a:p>
          <a:p>
            <a:r>
              <a:t>――――――――――（以下、台本）――――――――――</a:t>
            </a:r>
          </a:p>
          <a:p>
            <a:r>
              <a:t>CI/CD研修の目的と全体像, 従来の開発で起こりがちな問題点, CI（継続的インテグレーション）の考え方, CD（継続的デリバリー／デプロイメント）の概要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【講師ガイド】想定時間：7分／問いかけ例：「手作業のビルドで困った経験はある？」／注意点：用語の暗記ではなく『なぜ必要か』に焦点を当てる。</a:t>
            </a:r>
          </a:p>
          <a:p>
            <a:r>
              <a:t>――――――――――（以下、台本）――――――――――</a:t>
            </a:r>
          </a:p>
          <a:p>
            <a:endParaRPr/>
          </a:p>
          <a:p>
            <a:r>
              <a:t>本スライドでは、本研修の目的と全体像を新入社員向けに明確に示す。CI/CDとは、Continuous Integration（継続的インテグレーション）およびContinuous Delivery/Deployment（継続的デリバリー／デプロイメント）の略であり、ソフトウェア開発における品質とスピードを両立させるための開発プロセスである。本研修のゴールは、CI/CDという言葉の定義を覚えることではなく、なぜそれが必要なのかを理解し、実際にGitHub Actionsを用いて簡単なCIパイプラインを構築できる状態になることである。特に組み込み開発では、ビルド環境の違いや手作業によるミス、テスト不足による不具合の混入などが起こりやすい。本研修では、そうした現場課題を背景に、CI/CDがどのように役立つのかを具体例を交えて説明する。また、本研修は座学だけでなくハンズオンを重視しており、実際にコードを変更してpushし、CIが動作する様子を体験する構成になっている。最終的には、新入社員が『CIは難しい仕組み』ではなく『自分たちを助けてくれる自動化の仕組み』として捉えられるようになることを目指す。以降のスライドでは、まず課題意識を共有し、その後CI/CDの基本概念、GitHub Actionsの概要、そして演習内容へと段階的に進めていく。</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【講師ガイド】想定時間：8分／問いかけ例：「『自分の環境では動くのに』という話を聞いたことはある？」／注意点：新人に実体験が無くても具体例で想像させる。</a:t>
            </a:r>
          </a:p>
          <a:p>
            <a:r>
              <a:t>――――――――――（以下、台本）――――――――――</a:t>
            </a:r>
          </a:p>
          <a:p>
            <a:endParaRPr/>
          </a:p>
          <a:p>
            <a:r>
              <a:t>CI/CDを学ぶ前に、まず従来の手作業中心の開発でどのような問題が起こりがちかを理解することが重要である。典型的な問題の一つが、手動ビルドによるミスである。ビルド手順が人によって異なったり、コマンドの打ち間違いが発生したりすると、『自分の環境では動くが他人の環境では動かない』といった状況が生まれる。また、テストが人の記憶や善意に依存している場合、忙しい時期にはテストが省略され、不具合が後工程で発覚することも多い。さらに、どのソースコードから生成されたバイナリなのか分からなくなる、いわゆるトレーサビリティの欠如も大きな問題である。組み込み開発では、ファームウェアのバージョン管理が特に重要であり、後から原因調査を行う際に『どのビルドを使っていたのか分からない』という状況は致命的になり得る。これらの問題は、個人の能力や注意力で完全に防ぐことは難しい。だからこそ、仕組みとして自動化し、誰が作業しても同じ結果が得られる環境を作る必要がある。この問題意識を持った上でCI/CDを学ぶことで、単なるツール学習ではなく、実務に直結した理解が可能になる。</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【講師ガイド】想定時間：8分／問いかけ例：「不具合は早く見つかるのと後で見つかるの、どちらが楽？」／注意点：CI＝品質を守る安全装置、という比喩を強調する。</a:t>
            </a:r>
          </a:p>
          <a:p>
            <a:r>
              <a:t>――――――――――（以下、台本）――――――――――</a:t>
            </a:r>
          </a:p>
          <a:p>
            <a:endParaRPr/>
          </a:p>
          <a:p>
            <a:r>
              <a:t>CI（Continuous Integration）とは、コードの変更を頻繁に統合し、そのたびに自動でビルドやテストを実行する開発手法である。CIの最大の目的は、不具合をできるだけ早い段階で検出することにある。例えば、コードをpushした直後にビルドが失敗すれば、その変更が原因である可能性が高く、修正も容易である。一方、複数人の変更をまとめて統合した後に問題が発覚すると、原因の切り分けに多大な時間がかかる。CIはこの『後でまとめて苦労する』状況を防ぐための仕組みである。組み込み開発においても、CIは非常に有効である。クロスコンパイル環境をCI上に用意することで、開発者のローカル環境に依存しないビルドが可能になる。また、単体テストや静的解析をCIに組み込むことで、品質チェックを強制的に実行できる。重要なのは、CIは『便利なツール』ではなく、『品質を守るための安全装置』だという認識である。本研修では、まずこのCIの基本的な考え方を理解し、その後GitHub Actionsを用いて実際にCIを構築する。</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【講師ガイド】想定時間：8分／問いかけ例：「DeliveryとDeploymentの違いは？」／注意点：組み込みは完全自動配布が難しい点を正直に伝え、CD＝成果物管理を楽にする仕組み、と位置づける。</a:t>
            </a:r>
          </a:p>
          <a:p>
            <a:r>
              <a:t>――――――――――（以下、台本）――――――――――</a:t>
            </a:r>
          </a:p>
          <a:p>
            <a:endParaRPr/>
          </a:p>
          <a:p>
            <a:r>
              <a:t>CD（Continuous Delivery / Continuous Deployment）は、CIによって生成された成果物を、いつでも利用可能な状態にする、あるいは自動的に配布・反映する仕組みである。Continuous Deliveryは『いつでもリリースできる状態にする』ことを指し、最終的なリリース判断は人が行う。一方、Continuous Deploymentは、人の介入なしに自動でデプロイまで行う。組み込み開発では、安全性やハードウェア制約の関係から、完全自動デプロイが難しいケースも多いが、成果物の自動生成や保存、バージョン付けといった形でCDの考え方を取り入れることは十分可能である。例えば、CIでビルドしたファームウェアを自動的にartifactとして保存し、誰でもダウンロードできるようにするだけでも、作業効率とトレーサビリティは大きく向上する。本研修では、CDを『自動で書き換える怖い仕組み』としてではなく、『成果物管理を楽にする仕組み』として理解することを重視する。CIとCDはセットで考えることで初めて効果を発揮するため、その全体像をここで押さえておく。</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【講師ガイド】想定時間：1分／ここから実装パート。使うツールはGitHub Actionsであることを宣言する。</a:t>
            </a:r>
          </a:p>
          <a:p>
            <a:r>
              <a:t>――――――――――（以下、台本）――――――――――</a:t>
            </a:r>
          </a:p>
          <a:p>
            <a:r>
              <a:t>GitHub Actionsの基本構造, CIパイプラインの処理フロー, ビルドとテストの自動化, 成果物（artifact）の管理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【講師ガイド】想定時間：8分／問いかけ例：「YAMLって見たことある？」／注意点：文法の暗記は不要。on／jobs／stepsの3語だけ押さえる。次スライドで実物を見せる。</a:t>
            </a:r>
          </a:p>
          <a:p>
            <a:r>
              <a:t>――――――――――（以下、台本）――――――――――</a:t>
            </a:r>
          </a:p>
          <a:p>
            <a:endParaRPr/>
          </a:p>
          <a:p>
            <a:r>
              <a:t>GitHub Actionsは、GitHubに標準で組み込まれているCI/CDサービスであり、外部ツールを導入せずにCIを始められる点が大きな特徴である。GitHub Actionsでは、リポジトリ内の.github/workflowsディレクトリにYAML形式の設定ファイルを配置することで、CIの動作を定義する。基本的な構成要素として、on（トリガー）、jobs（実行する処理の集合）、steps（具体的な処理内容）がある。例えば、pushをトリガーとして、ソースコードをcheckoutし、ビルドを実行するといった流れを簡潔に記述できる。新入社員にとってYAMLは馴染みが薄いが、最初は細かい文法を覚える必要はなく、『上から順番にコマンドが実行される』という理解で十分である。本研修では、まず最小構成のCIを動かし、その後少しずつステップを追加していく。GitHub Actionsの良い点は、CIの実行ログがWeb上で可視化されることであり、失敗した場合も原因を追いやすい。これにより、CIはブラックボックスではなく、学習のための良い教材となる。</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【講師ガイド】想定時間：10分／問いかけ例：「このうち『ビルド』『テスト』『保存』はどの行？」／注意点：実物を1行ずつ指で追う。コピペで動く最小例である点を強調する。</a:t>
            </a:r>
          </a:p>
          <a:p>
            <a:r>
              <a:t>――――――――――（以下、台本）――――――――――</a:t>
            </a:r>
          </a:p>
          <a:p>
            <a:r>
              <a:t>GitHub Actionsの最小ワークフロー。.github/workflows/ci.yml に置くと push で自動起動する。name／on／jobs／runs-on／steps／uses／run／with の役割を1行ずつ確認。actions/checkout は必須の定型、upload-artifact で成果物を保存しCDの入口となる。runs-on は実行環境（ランナー）、@v4 はアクションの版数で将来更新があり得る。make／make test は演習リポジトリのMakefileに対応する。</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【講師ガイド】想定時間：7分／問いかけ例：「テストが落ちたら成果物は作られる？」／注意点：失敗で後続が止まる＝品質担保の要。図で流れを指で追う。</a:t>
            </a:r>
          </a:p>
          <a:p>
            <a:r>
              <a:t>――――――――――（以下、台本）――――――――――</a:t>
            </a:r>
          </a:p>
          <a:p>
            <a:endParaRPr/>
          </a:p>
          <a:p>
            <a:r>
              <a:t>本研修で扱うCIパイプラインの基本フローは、『push → build → test → artifact保存』というシンプルな構成である。まず、開発者がコードを変更してGitHubにpushすると、それをトリガーとしてCIが起動する。次に、CI環境上でソースコードをビルドし、エラーがないかを確認する。ビルドが成功した場合は、続いてテストを実行し、期待通りの動作をしているかを検証する。テストに失敗した場合は、その時点でCIは失敗となり、後続の処理は実行されない。すべてが成功した場合のみ、ビルド成果物をartifactとして保存する。この一連の流れを自動化することで、人が手作業で行っていた確認作業を機械に任せることができる。特に重要なのは、テストを必ず通過しなければ成果物が生成されない点であり、これが品質担保につながる。本スライドでは、この処理フローを図で示し、全体の流れを直感的に理解できるようにする。</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【講師ガイド】想定時間：8分／問いかけ例：「make と make test は何をする？」／注意点：手順のコード化＝属人性の排除。assertでCIが赤くなる体験につなげる。</a:t>
            </a:r>
          </a:p>
          <a:p>
            <a:r>
              <a:t>――――――――――（以下、台本）――――――――――</a:t>
            </a:r>
          </a:p>
          <a:p>
            <a:endParaRPr/>
          </a:p>
          <a:p>
            <a:r>
              <a:t>ビルドとテストの自動化はCIの中核となる要素である。本研修では、Makefileを用いたシンプルなCプログラムのビルドを題材とする。Makefileにビルド手順を記述することで、ローカル環境でもCI環境でも同じコマンドでビルドできるようになる。これは『手順のコード化』であり、属人性を排除する重要なポイントである。テストについては、assertを用いた簡易的な単体テストを実装し、make testで実行できるようにする。CI上では、このmake testを必ず実行し、失敗した場合はCI全体を失敗させる。これにより、テストを実行し忘れることがなくなる。新人にとっては、『テストが落ちるとCIが赤くなる』という視覚的なフィードバックが非常に分かりやすく、テストの重要性を体感できる。ビルドとテストを自動化することで、開発者は本来注力すべき設計や実装に集中できるようにな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【講師ガイド】想定時間：7分／問いかけ例：「ビルドした.binはどこに残る？」／注意点：CDの入口。トレーサビリティ（どのコミット由来か）を強調。実践編のハンズオンで実際にDLする旨を予告。</a:t>
            </a:r>
          </a:p>
          <a:p>
            <a:r>
              <a:t>――――――――――（以下、台本）――――――――――</a:t>
            </a:r>
          </a:p>
          <a:p>
            <a:endParaRPr/>
          </a:p>
          <a:p>
            <a:r>
              <a:t>CIの最後のステップとして、ビルド成果物をartifactとして保存する。artifactとは、CIの実行結果として生成されたファイルのことであり、GitHub Actionsでは標準機能としてアップロード・ダウンロードが可能である。組み込み開発においては、実行ファイルやファームウェア（.binや.hex）がこれに該当する。artifactを保存することで、『どのコミットから生成された成果物なのか』を後から確認できるようになり、トレーサビリティが向上する。また、新人にとっては、CIの結果として実際にダウンロードできるファイルがあることで、CIが単なるチェック機構ではなく、成果を生み出す仕組みであると理解しやすくなる。本研修では、GitHub Actionsのupload-artifact機能を用いて、ビルドしたバイナリを保存する。これにより、CDの入口となる考え方も自然に学ぶことができる。artifact管理は実務でも頻繁に使われるため、ここでしっかり体験しておくことが重要である。</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968750" y="1325563"/>
            <a:ext cx="11771313" cy="6621462"/>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168066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6" name="Holder 6"/>
          <p:cNvSpPr>
            <a:spLocks noGrp="1"/>
          </p:cNvSpPr>
          <p:nvPr>
            <p:ph type="sldNum" sz="quarter" idx="7"/>
          </p:nvPr>
        </p:nvSpPr>
        <p:spPr>
          <a:xfrm>
            <a:off x="8778241"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49447" y="2035050"/>
            <a:ext cx="10093107" cy="1920317"/>
          </a:xfrm>
          <a:prstGeom prst="rect">
            <a:avLst/>
          </a:prstGeom>
        </p:spPr>
        <p:txBody>
          <a:bodyPr lIns="0" tIns="0" rIns="0" bIns="0"/>
          <a:lstStyle>
            <a:lvl1pPr>
              <a:defRPr sz="5003" b="0" i="0">
                <a:solidFill>
                  <a:srgbClr val="221714"/>
                </a:solidFill>
                <a:latin typeface="ＭＳ Ｐゴシック"/>
                <a:cs typeface="ＭＳ Ｐゴシック"/>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lIns="0" tIns="0" rIns="0" bIns="0"/>
          <a:lstStyle>
            <a:lvl1pPr>
              <a:defRPr/>
            </a:lvl1pPr>
          </a:lstStyle>
          <a:p>
            <a:endParaRPr/>
          </a:p>
        </p:txBody>
      </p:sp>
      <p:sp>
        <p:nvSpPr>
          <p:cNvPr id="5" name="Holder 5"/>
          <p:cNvSpPr>
            <a:spLocks noGrp="1"/>
          </p:cNvSpPr>
          <p:nvPr>
            <p:ph type="dt" sz="half" idx="6"/>
          </p:nvPr>
        </p:nvSpPr>
        <p:spPr>
          <a:xfrm>
            <a:off x="609600" y="6377941"/>
            <a:ext cx="2804160" cy="167972"/>
          </a:xfrm>
          <a:prstGeom prst="rect">
            <a:avLst/>
          </a:prstGeom>
        </p:spPr>
        <p:txBody>
          <a:bodyPr lIns="0" tIns="0" rIns="0" bIns="0"/>
          <a:lstStyle>
            <a:lvl1pPr algn="l">
              <a:defRPr>
                <a:solidFill>
                  <a:schemeClr val="tx1">
                    <a:tint val="75000"/>
                  </a:schemeClr>
                </a:solidFill>
              </a:defRPr>
            </a:lvl1pPr>
          </a:lstStyle>
          <a:p>
            <a:endParaRPr lang="en-US" dirty="0"/>
          </a:p>
        </p:txBody>
      </p:sp>
      <p:sp>
        <p:nvSpPr>
          <p:cNvPr id="6" name="Holder 6"/>
          <p:cNvSpPr>
            <a:spLocks noGrp="1"/>
          </p:cNvSpPr>
          <p:nvPr>
            <p:ph type="sldNum" sz="quarter" idx="7"/>
          </p:nvPr>
        </p:nvSpPr>
        <p:spPr>
          <a:xfrm>
            <a:off x="8778241"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49447" y="2035050"/>
            <a:ext cx="10093107" cy="1920317"/>
          </a:xfrm>
          <a:prstGeom prst="rect">
            <a:avLst/>
          </a:prstGeom>
        </p:spPr>
        <p:txBody>
          <a:bodyPr lIns="0" tIns="0" rIns="0" bIns="0"/>
          <a:lstStyle>
            <a:lvl1pPr>
              <a:defRPr sz="5003" b="0" i="0">
                <a:solidFill>
                  <a:srgbClr val="221714"/>
                </a:solidFill>
                <a:latin typeface="ＭＳ Ｐゴシック"/>
                <a:cs typeface="ＭＳ Ｐゴシック"/>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a:xfrm>
            <a:off x="609600" y="6377941"/>
            <a:ext cx="2804160" cy="167972"/>
          </a:xfrm>
          <a:prstGeom prst="rect">
            <a:avLst/>
          </a:prstGeom>
        </p:spPr>
        <p:txBody>
          <a:bodyPr lIns="0" tIns="0" rIns="0" bIns="0"/>
          <a:lstStyle>
            <a:lvl1pPr algn="l">
              <a:defRPr>
                <a:solidFill>
                  <a:schemeClr val="tx1">
                    <a:tint val="75000"/>
                  </a:schemeClr>
                </a:solidFill>
              </a:defRPr>
            </a:lvl1pPr>
          </a:lstStyle>
          <a:p>
            <a:endParaRPr lang="en-US" dirty="0"/>
          </a:p>
        </p:txBody>
      </p:sp>
      <p:sp>
        <p:nvSpPr>
          <p:cNvPr id="7" name="Holder 7"/>
          <p:cNvSpPr>
            <a:spLocks noGrp="1"/>
          </p:cNvSpPr>
          <p:nvPr>
            <p:ph type="sldNum" sz="quarter" idx="7"/>
          </p:nvPr>
        </p:nvSpPr>
        <p:spPr>
          <a:xfrm>
            <a:off x="8778241"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49447" y="2035050"/>
            <a:ext cx="10093107" cy="1920317"/>
          </a:xfrm>
          <a:prstGeom prst="rect">
            <a:avLst/>
          </a:prstGeom>
        </p:spPr>
        <p:txBody>
          <a:bodyPr lIns="0" tIns="0" rIns="0" bIns="0"/>
          <a:lstStyle>
            <a:lvl1pPr>
              <a:defRPr sz="5003" b="0" i="0">
                <a:solidFill>
                  <a:srgbClr val="221714"/>
                </a:solidFill>
                <a:latin typeface="ＭＳ Ｐゴシック"/>
                <a:cs typeface="ＭＳ Ｐゴシック"/>
              </a:defRPr>
            </a:lvl1pPr>
          </a:lstStyle>
          <a:p>
            <a:endParaRPr/>
          </a:p>
        </p:txBody>
      </p:sp>
      <p:sp>
        <p:nvSpPr>
          <p:cNvPr id="6" name="フッター プレースホルダー 5">
            <a:extLst>
              <a:ext uri="{FF2B5EF4-FFF2-40B4-BE49-F238E27FC236}">
                <a16:creationId xmlns:a16="http://schemas.microsoft.com/office/drawing/2014/main" id="{892DA384-2555-4640-8C99-09C1C01D8FCA}"/>
              </a:ext>
            </a:extLst>
          </p:cNvPr>
          <p:cNvSpPr>
            <a:spLocks noGrp="1"/>
          </p:cNvSpPr>
          <p:nvPr>
            <p:ph type="ftr" sz="quarter" idx="10"/>
          </p:nvPr>
        </p:nvSpPr>
        <p:spPr>
          <a:xfrm>
            <a:off x="1071798" y="6253998"/>
            <a:ext cx="3041068" cy="142858"/>
          </a:xfrm>
          <a:prstGeom prst="rect">
            <a:avLst/>
          </a:prstGeom>
        </p:spPr>
        <p:txBody>
          <a:bodyPr/>
          <a:lstStyle/>
          <a:p>
            <a:pPr marL="7701">
              <a:spcBef>
                <a:spcPts val="33"/>
              </a:spcBef>
            </a:pPr>
            <a:endParaRPr lang="en-US" spc="67" dirty="0"/>
          </a:p>
        </p:txBody>
      </p:sp>
      <p:sp>
        <p:nvSpPr>
          <p:cNvPr id="7" name="スライド番号プレースホルダー 6">
            <a:extLst>
              <a:ext uri="{FF2B5EF4-FFF2-40B4-BE49-F238E27FC236}">
                <a16:creationId xmlns:a16="http://schemas.microsoft.com/office/drawing/2014/main" id="{DA5C59EC-A205-5447-9267-72BEE3C47908}"/>
              </a:ext>
            </a:extLst>
          </p:cNvPr>
          <p:cNvSpPr>
            <a:spLocks noGrp="1"/>
          </p:cNvSpPr>
          <p:nvPr>
            <p:ph type="sldNum" sz="quarter" idx="11"/>
          </p:nvPr>
        </p:nvSpPr>
        <p:spPr>
          <a:xfrm>
            <a:off x="8778241" y="6377940"/>
            <a:ext cx="2804160" cy="342900"/>
          </a:xfrm>
          <a:prstGeom prst="rect">
            <a:avLst/>
          </a:prstGeom>
        </p:spPr>
        <p:txBody>
          <a:bodyPr/>
          <a:lstStyle/>
          <a:p>
            <a:fld id="{B6F15528-21DE-4FAA-801E-634DDDAF4B2B}" type="slidenum">
              <a:rPr lang="en-US" altLang="ja-JP" smtClean="0"/>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4" name="Holder 4"/>
          <p:cNvSpPr>
            <a:spLocks noGrp="1"/>
          </p:cNvSpPr>
          <p:nvPr>
            <p:ph type="sldNum" sz="quarter" idx="7"/>
          </p:nvPr>
        </p:nvSpPr>
        <p:spPr>
          <a:xfrm>
            <a:off x="8778241"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46584" y="709424"/>
            <a:ext cx="10683416" cy="615874"/>
          </a:xfrm>
        </p:spPr>
        <p:txBody>
          <a:bodyPr lIns="0" tIns="0" rIns="0" bIns="0"/>
          <a:lstStyle>
            <a:lvl1pPr>
              <a:defRPr sz="4002" b="0" i="0">
                <a:solidFill>
                  <a:srgbClr val="040000"/>
                </a:solidFill>
                <a:latin typeface="ＭＳ Ｐゴシック"/>
                <a:cs typeface="ＭＳ Ｐゴシック"/>
              </a:defRPr>
            </a:lvl1pPr>
          </a:lstStyle>
          <a:p>
            <a:endParaRPr/>
          </a:p>
        </p:txBody>
      </p:sp>
      <p:sp>
        <p:nvSpPr>
          <p:cNvPr id="3" name="Holder 3"/>
          <p:cNvSpPr>
            <a:spLocks noGrp="1"/>
          </p:cNvSpPr>
          <p:nvPr>
            <p:ph type="body" idx="1"/>
          </p:nvPr>
        </p:nvSpPr>
        <p:spPr>
          <a:xfrm>
            <a:off x="771525" y="1641551"/>
            <a:ext cx="10056667" cy="615874"/>
          </a:xfrm>
        </p:spPr>
        <p:txBody>
          <a:bodyPr lIns="0" tIns="0" rIns="0" bIns="0"/>
          <a:lstStyle>
            <a:lvl1pPr>
              <a:defRPr sz="4002" b="0" i="0">
                <a:solidFill>
                  <a:srgbClr val="040000"/>
                </a:solidFill>
                <a:latin typeface="ＭＳ Ｐゴシック"/>
                <a:cs typeface="ＭＳ Ｐゴシック"/>
              </a:defRPr>
            </a:lvl1pPr>
          </a:lstStyle>
          <a:p>
            <a:endParaRPr/>
          </a:p>
        </p:txBody>
      </p:sp>
      <p:sp>
        <p:nvSpPr>
          <p:cNvPr id="4" name="Holder 2">
            <a:extLst>
              <a:ext uri="{FF2B5EF4-FFF2-40B4-BE49-F238E27FC236}">
                <a16:creationId xmlns:a16="http://schemas.microsoft.com/office/drawing/2014/main" id="{7D90C965-5489-4DAC-8BB2-1BD899607556}"/>
              </a:ext>
            </a:extLst>
          </p:cNvPr>
          <p:cNvSpPr txBox="1">
            <a:spLocks/>
          </p:cNvSpPr>
          <p:nvPr userDrawn="1"/>
        </p:nvSpPr>
        <p:spPr>
          <a:xfrm>
            <a:off x="716192" y="697612"/>
            <a:ext cx="10683416" cy="615874"/>
          </a:xfrm>
          <a:prstGeom prst="rect">
            <a:avLst/>
          </a:prstGeom>
        </p:spPr>
        <p:txBody>
          <a:bodyPr wrap="square" lIns="0" tIns="0" rIns="0" bIns="0">
            <a:spAutoFit/>
          </a:bodyPr>
          <a:lstStyle>
            <a:lvl1pPr>
              <a:defRPr sz="4002" b="0" i="0">
                <a:solidFill>
                  <a:srgbClr val="040000"/>
                </a:solidFill>
                <a:latin typeface="ＭＳ Ｐゴシック"/>
                <a:ea typeface="+mj-ea"/>
                <a:cs typeface="ＭＳ Ｐゴシック"/>
              </a:defRPr>
            </a:lvl1pPr>
          </a:lstStyle>
          <a:p>
            <a:endParaRPr lang="ja-JP" altLang="en-US"/>
          </a:p>
        </p:txBody>
      </p:sp>
      <p:sp>
        <p:nvSpPr>
          <p:cNvPr id="5" name="Holder 2">
            <a:extLst>
              <a:ext uri="{FF2B5EF4-FFF2-40B4-BE49-F238E27FC236}">
                <a16:creationId xmlns:a16="http://schemas.microsoft.com/office/drawing/2014/main" id="{62886CB6-EECE-4B60-B188-901541C2CAB3}"/>
              </a:ext>
            </a:extLst>
          </p:cNvPr>
          <p:cNvSpPr txBox="1">
            <a:spLocks/>
          </p:cNvSpPr>
          <p:nvPr userDrawn="1"/>
        </p:nvSpPr>
        <p:spPr>
          <a:xfrm>
            <a:off x="685800" y="685800"/>
            <a:ext cx="10683416" cy="615874"/>
          </a:xfrm>
          <a:prstGeom prst="rect">
            <a:avLst/>
          </a:prstGeom>
        </p:spPr>
        <p:txBody>
          <a:bodyPr wrap="square" lIns="0" tIns="0" rIns="0" bIns="0">
            <a:spAutoFit/>
          </a:bodyPr>
          <a:lstStyle>
            <a:lvl1pPr>
              <a:defRPr sz="4002" b="0" i="0">
                <a:solidFill>
                  <a:srgbClr val="040000"/>
                </a:solidFill>
                <a:latin typeface="ＭＳ Ｐゴシック"/>
                <a:ea typeface="+mj-ea"/>
                <a:cs typeface="ＭＳ Ｐゴシック"/>
              </a:defRPr>
            </a:lvl1pPr>
          </a:lstStyle>
          <a:p>
            <a:endParaRPr lang="ja-JP" altLang="en-US"/>
          </a:p>
        </p:txBody>
      </p:sp>
    </p:spTree>
    <p:extLst>
      <p:ext uri="{BB962C8B-B14F-4D97-AF65-F5344CB8AC3E}">
        <p14:creationId xmlns:p14="http://schemas.microsoft.com/office/powerpoint/2010/main" val="950661578"/>
      </p:ext>
    </p:extLst>
  </p:cSld>
  <p:clrMapOvr>
    <a:masterClrMapping/>
  </p:clrMapOvr>
  <p:extLst>
    <p:ext uri="{DCECCB84-F9BA-43D5-87BE-67443E8EF086}">
      <p15:sldGuideLst xmlns:p15="http://schemas.microsoft.com/office/powerpoint/2012/main">
        <p15:guide id="1" orient="horz" pos="432">
          <p15:clr>
            <a:srgbClr val="FBAE40"/>
          </p15:clr>
        </p15:guide>
        <p15:guide id="2" pos="480">
          <p15:clr>
            <a:srgbClr val="FBAE40"/>
          </p15:clr>
        </p15:guide>
        <p15:guide id="3" orient="horz" pos="792">
          <p15:clr>
            <a:srgbClr val="FBAE40"/>
          </p15:clr>
        </p15:guide>
        <p15:guide id="4" orient="horz" pos="1025">
          <p15:clr>
            <a:srgbClr val="FBAE40"/>
          </p15:clr>
        </p15:guide>
        <p15:guide id="5" orient="horz" pos="3648">
          <p15:clr>
            <a:srgbClr val="FBAE40"/>
          </p15:clr>
        </p15:guide>
        <p15:guide id="6" pos="72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2">
    <p:spTree>
      <p:nvGrpSpPr>
        <p:cNvPr id="1" name=""/>
        <p:cNvGrpSpPr/>
        <p:nvPr/>
      </p:nvGrpSpPr>
      <p:grpSpPr>
        <a:xfrm>
          <a:off x="0" y="0"/>
          <a:ext cx="0" cy="0"/>
          <a:chOff x="0" y="0"/>
          <a:chExt cx="0" cy="0"/>
        </a:xfrm>
      </p:grpSpPr>
      <p:sp>
        <p:nvSpPr>
          <p:cNvPr id="2" name="Holder 2"/>
          <p:cNvSpPr>
            <a:spLocks noGrp="1"/>
          </p:cNvSpPr>
          <p:nvPr>
            <p:ph type="title"/>
          </p:nvPr>
        </p:nvSpPr>
        <p:spPr>
          <a:xfrm>
            <a:off x="727534" y="682549"/>
            <a:ext cx="10683416" cy="615874"/>
          </a:xfrm>
        </p:spPr>
        <p:txBody>
          <a:bodyPr lIns="0" tIns="0" rIns="0" bIns="0"/>
          <a:lstStyle>
            <a:lvl1pPr>
              <a:defRPr sz="4002" b="0" i="0">
                <a:solidFill>
                  <a:srgbClr val="040000"/>
                </a:solidFill>
                <a:latin typeface="ＭＳ Ｐゴシック"/>
                <a:cs typeface="ＭＳ Ｐゴシック"/>
              </a:defRPr>
            </a:lvl1pPr>
          </a:lstStyle>
          <a:p>
            <a:endParaRPr/>
          </a:p>
        </p:txBody>
      </p:sp>
      <p:sp>
        <p:nvSpPr>
          <p:cNvPr id="3" name="Holder 3"/>
          <p:cNvSpPr>
            <a:spLocks noGrp="1"/>
          </p:cNvSpPr>
          <p:nvPr>
            <p:ph type="body" idx="1"/>
          </p:nvPr>
        </p:nvSpPr>
        <p:spPr>
          <a:xfrm>
            <a:off x="773342" y="1447747"/>
            <a:ext cx="10056667" cy="615874"/>
          </a:xfrm>
        </p:spPr>
        <p:txBody>
          <a:bodyPr lIns="0" tIns="0" rIns="0" bIns="0"/>
          <a:lstStyle>
            <a:lvl1pPr>
              <a:defRPr sz="4002" b="0" i="0">
                <a:solidFill>
                  <a:srgbClr val="040000"/>
                </a:solidFill>
                <a:latin typeface="ＭＳ Ｐゴシック"/>
                <a:cs typeface="ＭＳ Ｐゴシック"/>
              </a:defRPr>
            </a:lvl1pPr>
          </a:lstStyle>
          <a:p>
            <a:endParaRPr/>
          </a:p>
        </p:txBody>
      </p:sp>
      <p:sp>
        <p:nvSpPr>
          <p:cNvPr id="4" name="Holder 2">
            <a:extLst>
              <a:ext uri="{FF2B5EF4-FFF2-40B4-BE49-F238E27FC236}">
                <a16:creationId xmlns:a16="http://schemas.microsoft.com/office/drawing/2014/main" id="{C4F724C6-7FA6-4821-8628-A458D77643B2}"/>
              </a:ext>
            </a:extLst>
          </p:cNvPr>
          <p:cNvSpPr txBox="1">
            <a:spLocks/>
          </p:cNvSpPr>
          <p:nvPr userDrawn="1"/>
        </p:nvSpPr>
        <p:spPr>
          <a:xfrm>
            <a:off x="727534" y="685800"/>
            <a:ext cx="10683416" cy="615874"/>
          </a:xfrm>
          <a:prstGeom prst="rect">
            <a:avLst/>
          </a:prstGeom>
        </p:spPr>
        <p:txBody>
          <a:bodyPr wrap="square" lIns="0" tIns="0" rIns="0" bIns="0">
            <a:spAutoFit/>
          </a:bodyPr>
          <a:lstStyle>
            <a:lvl1pPr>
              <a:defRPr sz="4002" b="0" i="0">
                <a:solidFill>
                  <a:srgbClr val="040000"/>
                </a:solidFill>
                <a:latin typeface="ＭＳ Ｐゴシック"/>
                <a:ea typeface="+mj-ea"/>
                <a:cs typeface="ＭＳ Ｐゴシック"/>
              </a:defRPr>
            </a:lvl1pPr>
          </a:lstStyle>
          <a:p>
            <a:endParaRPr lang="ja-JP" altLang="en-US"/>
          </a:p>
        </p:txBody>
      </p:sp>
    </p:spTree>
    <p:extLst>
      <p:ext uri="{BB962C8B-B14F-4D97-AF65-F5344CB8AC3E}">
        <p14:creationId xmlns:p14="http://schemas.microsoft.com/office/powerpoint/2010/main" val="414821080"/>
      </p:ext>
    </p:extLst>
  </p:cSld>
  <p:clrMapOvr>
    <a:masterClrMapping/>
  </p:clrMapOvr>
  <p:extLst>
    <p:ext uri="{DCECCB84-F9BA-43D5-87BE-67443E8EF086}">
      <p15:sldGuideLst xmlns:p15="http://schemas.microsoft.com/office/powerpoint/2012/main">
        <p15:guide id="1" orient="horz" pos="432">
          <p15:clr>
            <a:srgbClr val="FBAE40"/>
          </p15:clr>
        </p15:guide>
        <p15:guide id="2" pos="480">
          <p15:clr>
            <a:srgbClr val="FBAE40"/>
          </p15:clr>
        </p15:guide>
        <p15:guide id="3" pos="7200">
          <p15:clr>
            <a:srgbClr val="FBAE40"/>
          </p15:clr>
        </p15:guide>
        <p15:guide id="4" orient="horz" pos="36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754291" y="652274"/>
            <a:ext cx="10683416" cy="615874"/>
          </a:xfrm>
        </p:spPr>
        <p:txBody>
          <a:bodyPr lIns="0" tIns="0" rIns="0" bIns="0"/>
          <a:lstStyle>
            <a:lvl1pPr>
              <a:defRPr sz="4002" b="0" i="0">
                <a:solidFill>
                  <a:srgbClr val="040000"/>
                </a:solidFill>
                <a:latin typeface="ＭＳ Ｐゴシック"/>
                <a:cs typeface="ＭＳ Ｐゴシック"/>
              </a:defRPr>
            </a:lvl1pPr>
          </a:lstStyle>
          <a:p>
            <a:endParaRPr/>
          </a:p>
        </p:txBody>
      </p:sp>
      <p:sp>
        <p:nvSpPr>
          <p:cNvPr id="3" name="Holder 3"/>
          <p:cNvSpPr>
            <a:spLocks noGrp="1"/>
          </p:cNvSpPr>
          <p:nvPr>
            <p:ph sz="half" idx="2"/>
          </p:nvPr>
        </p:nvSpPr>
        <p:spPr>
          <a:xfrm>
            <a:off x="609600" y="1577340"/>
            <a:ext cx="5303520" cy="101566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1015663"/>
          </a:xfrm>
          <a:prstGeom prst="rect">
            <a:avLst/>
          </a:prstGeom>
        </p:spPr>
        <p:txBody>
          <a:bodyPr wrap="square" lIns="0" tIns="0" rIns="0" bIns="0">
            <a:spAutoFit/>
          </a:bodyPr>
          <a:lstStyle>
            <a:lvl1pPr>
              <a:defRPr/>
            </a:lvl1pPr>
          </a:lstStyle>
          <a:p>
            <a:endParaRPr/>
          </a:p>
        </p:txBody>
      </p:sp>
    </p:spTree>
    <p:extLst>
      <p:ext uri="{BB962C8B-B14F-4D97-AF65-F5344CB8AC3E}">
        <p14:creationId xmlns:p14="http://schemas.microsoft.com/office/powerpoint/2010/main" val="397424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754291" y="652274"/>
            <a:ext cx="10683416" cy="615874"/>
          </a:xfrm>
        </p:spPr>
        <p:txBody>
          <a:bodyPr lIns="0" tIns="0" rIns="0" bIns="0"/>
          <a:lstStyle>
            <a:lvl1pPr>
              <a:defRPr sz="4002" b="0" i="0">
                <a:solidFill>
                  <a:srgbClr val="040000"/>
                </a:solidFill>
                <a:latin typeface="ＭＳ Ｐゴシック"/>
                <a:cs typeface="ＭＳ Ｐゴシック"/>
              </a:defRPr>
            </a:lvl1pPr>
          </a:lstStyle>
          <a:p>
            <a:endParaRPr/>
          </a:p>
        </p:txBody>
      </p:sp>
    </p:spTree>
    <p:extLst>
      <p:ext uri="{BB962C8B-B14F-4D97-AF65-F5344CB8AC3E}">
        <p14:creationId xmlns:p14="http://schemas.microsoft.com/office/powerpoint/2010/main" val="2476854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8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7397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2">
    <p:spTree>
      <p:nvGrpSpPr>
        <p:cNvPr id="1" name=""/>
        <p:cNvGrpSpPr/>
        <p:nvPr/>
      </p:nvGrpSpPr>
      <p:grpSpPr>
        <a:xfrm>
          <a:off x="0" y="0"/>
          <a:ext cx="0" cy="0"/>
          <a:chOff x="0" y="0"/>
          <a:chExt cx="0" cy="0"/>
        </a:xfrm>
      </p:grpSpPr>
      <p:sp>
        <p:nvSpPr>
          <p:cNvPr id="4" name="Holder 2">
            <a:extLst>
              <a:ext uri="{FF2B5EF4-FFF2-40B4-BE49-F238E27FC236}">
                <a16:creationId xmlns:a16="http://schemas.microsoft.com/office/drawing/2014/main" id="{C4F724C6-7FA6-4821-8628-A458D77643B2}"/>
              </a:ext>
            </a:extLst>
          </p:cNvPr>
          <p:cNvSpPr txBox="1">
            <a:spLocks/>
          </p:cNvSpPr>
          <p:nvPr userDrawn="1"/>
        </p:nvSpPr>
        <p:spPr>
          <a:xfrm>
            <a:off x="727534" y="685800"/>
            <a:ext cx="10683416" cy="615874"/>
          </a:xfrm>
          <a:prstGeom prst="rect">
            <a:avLst/>
          </a:prstGeom>
        </p:spPr>
        <p:txBody>
          <a:bodyPr wrap="square" lIns="0" tIns="0" rIns="0" bIns="0">
            <a:spAutoFit/>
          </a:bodyPr>
          <a:lstStyle>
            <a:lvl1pPr>
              <a:defRPr sz="4002" b="0" i="0">
                <a:solidFill>
                  <a:srgbClr val="040000"/>
                </a:solidFill>
                <a:latin typeface="ＭＳ Ｐゴシック"/>
                <a:ea typeface="+mj-ea"/>
                <a:cs typeface="ＭＳ Ｐゴシック"/>
              </a:defRPr>
            </a:lvl1pPr>
          </a:lstStyle>
          <a:p>
            <a:endParaRPr lang="ja-JP" altLang="en-US"/>
          </a:p>
        </p:txBody>
      </p:sp>
      <p:sp>
        <p:nvSpPr>
          <p:cNvPr id="7" name="タイトル プレースホルダー 1">
            <a:extLst>
              <a:ext uri="{FF2B5EF4-FFF2-40B4-BE49-F238E27FC236}">
                <a16:creationId xmlns:a16="http://schemas.microsoft.com/office/drawing/2014/main" id="{7F0A0710-1CF3-4179-993F-6AF32C6E885E}"/>
              </a:ext>
            </a:extLst>
          </p:cNvPr>
          <p:cNvSpPr>
            <a:spLocks noGrp="1"/>
          </p:cNvSpPr>
          <p:nvPr>
            <p:ph type="title"/>
          </p:nvPr>
        </p:nvSpPr>
        <p:spPr>
          <a:xfrm>
            <a:off x="304800" y="1"/>
            <a:ext cx="10515600" cy="762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8" name="テキスト プレースホルダー 2">
            <a:extLst>
              <a:ext uri="{FF2B5EF4-FFF2-40B4-BE49-F238E27FC236}">
                <a16:creationId xmlns:a16="http://schemas.microsoft.com/office/drawing/2014/main" id="{4F3B652A-6B4A-484B-A410-728313E88B00}"/>
              </a:ext>
            </a:extLst>
          </p:cNvPr>
          <p:cNvSpPr>
            <a:spLocks noGrp="1"/>
          </p:cNvSpPr>
          <p:nvPr>
            <p:ph idx="1"/>
          </p:nvPr>
        </p:nvSpPr>
        <p:spPr>
          <a:xfrm>
            <a:off x="596595" y="1066800"/>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43703998"/>
      </p:ext>
    </p:extLst>
  </p:cSld>
  <p:clrMapOvr>
    <a:masterClrMapping/>
  </p:clrMapOvr>
  <p:extLst>
    <p:ext uri="{DCECCB84-F9BA-43D5-87BE-67443E8EF086}">
      <p15:sldGuideLst xmlns:p15="http://schemas.microsoft.com/office/powerpoint/2012/main">
        <p15:guide id="1" orient="horz" pos="432">
          <p15:clr>
            <a:srgbClr val="FBAE40"/>
          </p15:clr>
        </p15:guide>
        <p15:guide id="2" pos="480">
          <p15:clr>
            <a:srgbClr val="FBAE40"/>
          </p15:clr>
        </p15:guide>
        <p15:guide id="3" pos="7200">
          <p15:clr>
            <a:srgbClr val="FBAE40"/>
          </p15:clr>
        </p15:guide>
        <p15:guide id="4" orient="horz"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2">
    <p:spTree>
      <p:nvGrpSpPr>
        <p:cNvPr id="1" name=""/>
        <p:cNvGrpSpPr/>
        <p:nvPr/>
      </p:nvGrpSpPr>
      <p:grpSpPr>
        <a:xfrm>
          <a:off x="0" y="0"/>
          <a:ext cx="0" cy="0"/>
          <a:chOff x="0" y="0"/>
          <a:chExt cx="0" cy="0"/>
        </a:xfrm>
      </p:grpSpPr>
      <p:sp>
        <p:nvSpPr>
          <p:cNvPr id="4" name="Holder 2">
            <a:extLst>
              <a:ext uri="{FF2B5EF4-FFF2-40B4-BE49-F238E27FC236}">
                <a16:creationId xmlns:a16="http://schemas.microsoft.com/office/drawing/2014/main" id="{C4F724C6-7FA6-4821-8628-A458D77643B2}"/>
              </a:ext>
            </a:extLst>
          </p:cNvPr>
          <p:cNvSpPr txBox="1">
            <a:spLocks/>
          </p:cNvSpPr>
          <p:nvPr userDrawn="1"/>
        </p:nvSpPr>
        <p:spPr>
          <a:xfrm>
            <a:off x="727534" y="685800"/>
            <a:ext cx="10683416" cy="615874"/>
          </a:xfrm>
          <a:prstGeom prst="rect">
            <a:avLst/>
          </a:prstGeom>
        </p:spPr>
        <p:txBody>
          <a:bodyPr wrap="square" lIns="0" tIns="0" rIns="0" bIns="0">
            <a:spAutoFit/>
          </a:bodyPr>
          <a:lstStyle>
            <a:lvl1pPr>
              <a:defRPr sz="4002" b="0" i="0">
                <a:solidFill>
                  <a:srgbClr val="040000"/>
                </a:solidFill>
                <a:latin typeface="ＭＳ Ｐゴシック"/>
                <a:ea typeface="+mj-ea"/>
                <a:cs typeface="ＭＳ Ｐゴシック"/>
              </a:defRPr>
            </a:lvl1pPr>
          </a:lstStyle>
          <a:p>
            <a:endParaRPr lang="ja-JP" altLang="en-US"/>
          </a:p>
        </p:txBody>
      </p:sp>
      <p:sp>
        <p:nvSpPr>
          <p:cNvPr id="7" name="タイトル プレースホルダー 1">
            <a:extLst>
              <a:ext uri="{FF2B5EF4-FFF2-40B4-BE49-F238E27FC236}">
                <a16:creationId xmlns:a16="http://schemas.microsoft.com/office/drawing/2014/main" id="{7F0A0710-1CF3-4179-993F-6AF32C6E885E}"/>
              </a:ext>
            </a:extLst>
          </p:cNvPr>
          <p:cNvSpPr>
            <a:spLocks noGrp="1"/>
          </p:cNvSpPr>
          <p:nvPr>
            <p:ph type="title"/>
          </p:nvPr>
        </p:nvSpPr>
        <p:spPr>
          <a:xfrm>
            <a:off x="304800" y="1"/>
            <a:ext cx="10515600" cy="762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8" name="テキスト プレースホルダー 2">
            <a:extLst>
              <a:ext uri="{FF2B5EF4-FFF2-40B4-BE49-F238E27FC236}">
                <a16:creationId xmlns:a16="http://schemas.microsoft.com/office/drawing/2014/main" id="{4F3B652A-6B4A-484B-A410-728313E88B00}"/>
              </a:ext>
            </a:extLst>
          </p:cNvPr>
          <p:cNvSpPr>
            <a:spLocks noGrp="1"/>
          </p:cNvSpPr>
          <p:nvPr>
            <p:ph idx="1"/>
          </p:nvPr>
        </p:nvSpPr>
        <p:spPr>
          <a:xfrm>
            <a:off x="596595" y="1066800"/>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352844150"/>
      </p:ext>
    </p:extLst>
  </p:cSld>
  <p:clrMapOvr>
    <a:masterClrMapping/>
  </p:clrMapOvr>
  <p:extLst>
    <p:ext uri="{DCECCB84-F9BA-43D5-87BE-67443E8EF086}">
      <p15:sldGuideLst xmlns:p15="http://schemas.microsoft.com/office/powerpoint/2012/main">
        <p15:guide id="1" orient="horz" pos="432">
          <p15:clr>
            <a:srgbClr val="FBAE40"/>
          </p15:clr>
        </p15:guide>
        <p15:guide id="2" pos="480">
          <p15:clr>
            <a:srgbClr val="FBAE40"/>
          </p15:clr>
        </p15:guide>
        <p15:guide id="3" pos="7200">
          <p15:clr>
            <a:srgbClr val="FBAE40"/>
          </p15:clr>
        </p15:guide>
        <p15:guide id="4" orient="horz" pos="36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0" y="0"/>
                </a:moveTo>
                <a:lnTo>
                  <a:pt x="20104099" y="0"/>
                </a:lnTo>
                <a:lnTo>
                  <a:pt x="20104099" y="11308556"/>
                </a:lnTo>
                <a:lnTo>
                  <a:pt x="0" y="11308556"/>
                </a:lnTo>
                <a:lnTo>
                  <a:pt x="0" y="0"/>
                </a:lnTo>
                <a:close/>
              </a:path>
            </a:pathLst>
          </a:custGeom>
          <a:ln w="3175">
            <a:solidFill>
              <a:srgbClr val="221714"/>
            </a:solidFill>
          </a:ln>
        </p:spPr>
        <p:txBody>
          <a:bodyPr wrap="square" lIns="0" tIns="0" rIns="0" bIns="0" rtlCol="0"/>
          <a:lstStyle/>
          <a:p>
            <a:endParaRPr dirty="0"/>
          </a:p>
        </p:txBody>
      </p:sp>
      <p:sp>
        <p:nvSpPr>
          <p:cNvPr id="8" name="object 3">
            <a:extLst>
              <a:ext uri="{FF2B5EF4-FFF2-40B4-BE49-F238E27FC236}">
                <a16:creationId xmlns:a16="http://schemas.microsoft.com/office/drawing/2014/main" id="{28A0C9FF-58F1-CD45-8973-0181D98B6C2D}"/>
              </a:ext>
            </a:extLst>
          </p:cNvPr>
          <p:cNvSpPr/>
          <p:nvPr userDrawn="1"/>
        </p:nvSpPr>
        <p:spPr>
          <a:xfrm>
            <a:off x="0" y="0"/>
            <a:ext cx="12192000" cy="222567"/>
          </a:xfrm>
          <a:custGeom>
            <a:avLst/>
            <a:gdLst/>
            <a:ahLst/>
            <a:cxnLst/>
            <a:rect l="l" t="t" r="r" b="b"/>
            <a:pathLst>
              <a:path w="20104100" h="367030">
                <a:moveTo>
                  <a:pt x="20104099" y="0"/>
                </a:moveTo>
                <a:lnTo>
                  <a:pt x="0" y="0"/>
                </a:lnTo>
                <a:lnTo>
                  <a:pt x="0" y="366480"/>
                </a:lnTo>
                <a:lnTo>
                  <a:pt x="20104099" y="366480"/>
                </a:lnTo>
                <a:lnTo>
                  <a:pt x="20104099" y="0"/>
                </a:lnTo>
                <a:close/>
              </a:path>
            </a:pathLst>
          </a:custGeom>
          <a:solidFill>
            <a:srgbClr val="003894"/>
          </a:solidFill>
        </p:spPr>
        <p:txBody>
          <a:bodyPr wrap="square" lIns="0" tIns="0" rIns="0" bIns="0" rtlCol="0"/>
          <a:lstStyle/>
          <a:p>
            <a:endParaRPr dirty="0"/>
          </a:p>
        </p:txBody>
      </p:sp>
      <p:grpSp>
        <p:nvGrpSpPr>
          <p:cNvPr id="2" name="グループ化 1">
            <a:extLst>
              <a:ext uri="{FF2B5EF4-FFF2-40B4-BE49-F238E27FC236}">
                <a16:creationId xmlns:a16="http://schemas.microsoft.com/office/drawing/2014/main" id="{BCFC5492-042F-1A4D-A02F-C6931C05F0A6}"/>
              </a:ext>
            </a:extLst>
          </p:cNvPr>
          <p:cNvGrpSpPr/>
          <p:nvPr userDrawn="1"/>
        </p:nvGrpSpPr>
        <p:grpSpPr>
          <a:xfrm>
            <a:off x="9685658" y="4741537"/>
            <a:ext cx="1910481" cy="1637630"/>
            <a:chOff x="15971246" y="7819145"/>
            <a:chExt cx="3150303" cy="2700573"/>
          </a:xfrm>
        </p:grpSpPr>
        <p:sp>
          <p:nvSpPr>
            <p:cNvPr id="10" name="object 4">
              <a:extLst>
                <a:ext uri="{FF2B5EF4-FFF2-40B4-BE49-F238E27FC236}">
                  <a16:creationId xmlns:a16="http://schemas.microsoft.com/office/drawing/2014/main" id="{27C30640-03D2-4B4F-9033-BB67C903DE31}"/>
                </a:ext>
              </a:extLst>
            </p:cNvPr>
            <p:cNvSpPr/>
            <p:nvPr/>
          </p:nvSpPr>
          <p:spPr>
            <a:xfrm>
              <a:off x="15971246" y="7819145"/>
              <a:ext cx="1619885" cy="1915795"/>
            </a:xfrm>
            <a:custGeom>
              <a:avLst/>
              <a:gdLst/>
              <a:ahLst/>
              <a:cxnLst/>
              <a:rect l="l" t="t" r="r" b="b"/>
              <a:pathLst>
                <a:path w="1619884" h="1915795">
                  <a:moveTo>
                    <a:pt x="957782" y="0"/>
                  </a:moveTo>
                  <a:lnTo>
                    <a:pt x="909979" y="1172"/>
                  </a:lnTo>
                  <a:lnTo>
                    <a:pt x="862783" y="4652"/>
                  </a:lnTo>
                  <a:lnTo>
                    <a:pt x="816248" y="10384"/>
                  </a:lnTo>
                  <a:lnTo>
                    <a:pt x="770430" y="18315"/>
                  </a:lnTo>
                  <a:lnTo>
                    <a:pt x="725383" y="28389"/>
                  </a:lnTo>
                  <a:lnTo>
                    <a:pt x="681162" y="40551"/>
                  </a:lnTo>
                  <a:lnTo>
                    <a:pt x="637822" y="54747"/>
                  </a:lnTo>
                  <a:lnTo>
                    <a:pt x="595418" y="70921"/>
                  </a:lnTo>
                  <a:lnTo>
                    <a:pt x="554005" y="89018"/>
                  </a:lnTo>
                  <a:lnTo>
                    <a:pt x="513638" y="108985"/>
                  </a:lnTo>
                  <a:lnTo>
                    <a:pt x="474371" y="130765"/>
                  </a:lnTo>
                  <a:lnTo>
                    <a:pt x="436260" y="154304"/>
                  </a:lnTo>
                  <a:lnTo>
                    <a:pt x="399358" y="179548"/>
                  </a:lnTo>
                  <a:lnTo>
                    <a:pt x="363722" y="206440"/>
                  </a:lnTo>
                  <a:lnTo>
                    <a:pt x="329406" y="234928"/>
                  </a:lnTo>
                  <a:lnTo>
                    <a:pt x="296465" y="264954"/>
                  </a:lnTo>
                  <a:lnTo>
                    <a:pt x="264954" y="296465"/>
                  </a:lnTo>
                  <a:lnTo>
                    <a:pt x="234928" y="329406"/>
                  </a:lnTo>
                  <a:lnTo>
                    <a:pt x="206440" y="363722"/>
                  </a:lnTo>
                  <a:lnTo>
                    <a:pt x="179548" y="399358"/>
                  </a:lnTo>
                  <a:lnTo>
                    <a:pt x="154304" y="436260"/>
                  </a:lnTo>
                  <a:lnTo>
                    <a:pt x="130765" y="474371"/>
                  </a:lnTo>
                  <a:lnTo>
                    <a:pt x="108985" y="513638"/>
                  </a:lnTo>
                  <a:lnTo>
                    <a:pt x="89018" y="554005"/>
                  </a:lnTo>
                  <a:lnTo>
                    <a:pt x="70921" y="595418"/>
                  </a:lnTo>
                  <a:lnTo>
                    <a:pt x="54747" y="637822"/>
                  </a:lnTo>
                  <a:lnTo>
                    <a:pt x="40551" y="681162"/>
                  </a:lnTo>
                  <a:lnTo>
                    <a:pt x="28389" y="725383"/>
                  </a:lnTo>
                  <a:lnTo>
                    <a:pt x="18315" y="770430"/>
                  </a:lnTo>
                  <a:lnTo>
                    <a:pt x="10384" y="816248"/>
                  </a:lnTo>
                  <a:lnTo>
                    <a:pt x="4652" y="862783"/>
                  </a:lnTo>
                  <a:lnTo>
                    <a:pt x="1172" y="909979"/>
                  </a:lnTo>
                  <a:lnTo>
                    <a:pt x="0" y="957782"/>
                  </a:lnTo>
                  <a:lnTo>
                    <a:pt x="1172" y="1005585"/>
                  </a:lnTo>
                  <a:lnTo>
                    <a:pt x="4652" y="1052781"/>
                  </a:lnTo>
                  <a:lnTo>
                    <a:pt x="10384" y="1099316"/>
                  </a:lnTo>
                  <a:lnTo>
                    <a:pt x="18315" y="1145134"/>
                  </a:lnTo>
                  <a:lnTo>
                    <a:pt x="28389" y="1190181"/>
                  </a:lnTo>
                  <a:lnTo>
                    <a:pt x="40551" y="1234402"/>
                  </a:lnTo>
                  <a:lnTo>
                    <a:pt x="54747" y="1277742"/>
                  </a:lnTo>
                  <a:lnTo>
                    <a:pt x="70921" y="1320146"/>
                  </a:lnTo>
                  <a:lnTo>
                    <a:pt x="89018" y="1361559"/>
                  </a:lnTo>
                  <a:lnTo>
                    <a:pt x="108985" y="1401926"/>
                  </a:lnTo>
                  <a:lnTo>
                    <a:pt x="130765" y="1441193"/>
                  </a:lnTo>
                  <a:lnTo>
                    <a:pt x="154304" y="1479304"/>
                  </a:lnTo>
                  <a:lnTo>
                    <a:pt x="179548" y="1516205"/>
                  </a:lnTo>
                  <a:lnTo>
                    <a:pt x="206440" y="1551841"/>
                  </a:lnTo>
                  <a:lnTo>
                    <a:pt x="234928" y="1586157"/>
                  </a:lnTo>
                  <a:lnTo>
                    <a:pt x="264954" y="1619098"/>
                  </a:lnTo>
                  <a:lnTo>
                    <a:pt x="296465" y="1650610"/>
                  </a:lnTo>
                  <a:lnTo>
                    <a:pt x="329406" y="1680636"/>
                  </a:lnTo>
                  <a:lnTo>
                    <a:pt x="363722" y="1709123"/>
                  </a:lnTo>
                  <a:lnTo>
                    <a:pt x="399358" y="1736016"/>
                  </a:lnTo>
                  <a:lnTo>
                    <a:pt x="436260" y="1761259"/>
                  </a:lnTo>
                  <a:lnTo>
                    <a:pt x="474371" y="1784799"/>
                  </a:lnTo>
                  <a:lnTo>
                    <a:pt x="513638" y="1806579"/>
                  </a:lnTo>
                  <a:lnTo>
                    <a:pt x="554005" y="1826545"/>
                  </a:lnTo>
                  <a:lnTo>
                    <a:pt x="595418" y="1844643"/>
                  </a:lnTo>
                  <a:lnTo>
                    <a:pt x="637822" y="1860817"/>
                  </a:lnTo>
                  <a:lnTo>
                    <a:pt x="681162" y="1875013"/>
                  </a:lnTo>
                  <a:lnTo>
                    <a:pt x="725383" y="1887175"/>
                  </a:lnTo>
                  <a:lnTo>
                    <a:pt x="770430" y="1897249"/>
                  </a:lnTo>
                  <a:lnTo>
                    <a:pt x="816248" y="1905179"/>
                  </a:lnTo>
                  <a:lnTo>
                    <a:pt x="862783" y="1910912"/>
                  </a:lnTo>
                  <a:lnTo>
                    <a:pt x="909979" y="1914392"/>
                  </a:lnTo>
                  <a:lnTo>
                    <a:pt x="957782" y="1915564"/>
                  </a:lnTo>
                  <a:lnTo>
                    <a:pt x="1008840" y="1914224"/>
                  </a:lnTo>
                  <a:lnTo>
                    <a:pt x="1059197" y="1910249"/>
                  </a:lnTo>
                  <a:lnTo>
                    <a:pt x="1108786" y="1903705"/>
                  </a:lnTo>
                  <a:lnTo>
                    <a:pt x="1157541" y="1894662"/>
                  </a:lnTo>
                  <a:lnTo>
                    <a:pt x="1205395" y="1883187"/>
                  </a:lnTo>
                  <a:lnTo>
                    <a:pt x="1252283" y="1869346"/>
                  </a:lnTo>
                  <a:lnTo>
                    <a:pt x="1298139" y="1853209"/>
                  </a:lnTo>
                  <a:lnTo>
                    <a:pt x="1342895" y="1834841"/>
                  </a:lnTo>
                  <a:lnTo>
                    <a:pt x="1386485" y="1814312"/>
                  </a:lnTo>
                  <a:lnTo>
                    <a:pt x="1428844" y="1791688"/>
                  </a:lnTo>
                  <a:lnTo>
                    <a:pt x="1469906" y="1767038"/>
                  </a:lnTo>
                  <a:lnTo>
                    <a:pt x="1509603" y="1740428"/>
                  </a:lnTo>
                  <a:lnTo>
                    <a:pt x="1547869" y="1711927"/>
                  </a:lnTo>
                  <a:lnTo>
                    <a:pt x="1584639" y="1681602"/>
                  </a:lnTo>
                  <a:lnTo>
                    <a:pt x="1619845" y="1649520"/>
                  </a:lnTo>
                  <a:lnTo>
                    <a:pt x="1586512" y="1616008"/>
                  </a:lnTo>
                  <a:lnTo>
                    <a:pt x="1554850" y="1580897"/>
                  </a:lnTo>
                  <a:lnTo>
                    <a:pt x="1524927" y="1544251"/>
                  </a:lnTo>
                  <a:lnTo>
                    <a:pt x="1496807" y="1506136"/>
                  </a:lnTo>
                  <a:lnTo>
                    <a:pt x="1470558" y="1466617"/>
                  </a:lnTo>
                  <a:lnTo>
                    <a:pt x="1446245" y="1425758"/>
                  </a:lnTo>
                  <a:lnTo>
                    <a:pt x="1423934" y="1383625"/>
                  </a:lnTo>
                  <a:lnTo>
                    <a:pt x="1403691" y="1340282"/>
                  </a:lnTo>
                  <a:lnTo>
                    <a:pt x="1385582" y="1295794"/>
                  </a:lnTo>
                  <a:lnTo>
                    <a:pt x="1369674" y="1250227"/>
                  </a:lnTo>
                  <a:lnTo>
                    <a:pt x="1356032" y="1203644"/>
                  </a:lnTo>
                  <a:lnTo>
                    <a:pt x="1344722" y="1156112"/>
                  </a:lnTo>
                  <a:lnTo>
                    <a:pt x="1335811" y="1107695"/>
                  </a:lnTo>
                  <a:lnTo>
                    <a:pt x="1329364" y="1058457"/>
                  </a:lnTo>
                  <a:lnTo>
                    <a:pt x="1325447" y="1008465"/>
                  </a:lnTo>
                  <a:lnTo>
                    <a:pt x="1324127" y="957782"/>
                  </a:lnTo>
                  <a:lnTo>
                    <a:pt x="1325624" y="904469"/>
                  </a:lnTo>
                  <a:lnTo>
                    <a:pt x="1330035" y="851938"/>
                  </a:lnTo>
                  <a:lnTo>
                    <a:pt x="1337238" y="800250"/>
                  </a:lnTo>
                  <a:lnTo>
                    <a:pt x="1347110" y="749464"/>
                  </a:lnTo>
                  <a:lnTo>
                    <a:pt x="752605" y="749464"/>
                  </a:lnTo>
                  <a:lnTo>
                    <a:pt x="752605" y="1166100"/>
                  </a:lnTo>
                  <a:lnTo>
                    <a:pt x="934207" y="1166359"/>
                  </a:lnTo>
                  <a:lnTo>
                    <a:pt x="1031259" y="1166800"/>
                  </a:lnTo>
                  <a:lnTo>
                    <a:pt x="1076624" y="1167742"/>
                  </a:lnTo>
                  <a:lnTo>
                    <a:pt x="1135383" y="1173609"/>
                  </a:lnTo>
                  <a:lnTo>
                    <a:pt x="1187269" y="1191141"/>
                  </a:lnTo>
                  <a:lnTo>
                    <a:pt x="1234544" y="1238121"/>
                  </a:lnTo>
                  <a:lnTo>
                    <a:pt x="1251633" y="1276798"/>
                  </a:lnTo>
                  <a:lnTo>
                    <a:pt x="1257635" y="1318601"/>
                  </a:lnTo>
                  <a:lnTo>
                    <a:pt x="1251511" y="1360586"/>
                  </a:lnTo>
                  <a:lnTo>
                    <a:pt x="1233632" y="1397762"/>
                  </a:lnTo>
                  <a:lnTo>
                    <a:pt x="1206753" y="1427435"/>
                  </a:lnTo>
                  <a:lnTo>
                    <a:pt x="1173341" y="1450327"/>
                  </a:lnTo>
                  <a:lnTo>
                    <a:pt x="1135860" y="1467159"/>
                  </a:lnTo>
                  <a:lnTo>
                    <a:pt x="1093287" y="1480106"/>
                  </a:lnTo>
                  <a:lnTo>
                    <a:pt x="1049318" y="1489580"/>
                  </a:lnTo>
                  <a:lnTo>
                    <a:pt x="1004101" y="1495398"/>
                  </a:lnTo>
                  <a:lnTo>
                    <a:pt x="957782" y="1497378"/>
                  </a:lnTo>
                  <a:lnTo>
                    <a:pt x="908667" y="1495173"/>
                  </a:lnTo>
                  <a:lnTo>
                    <a:pt x="860788" y="1488684"/>
                  </a:lnTo>
                  <a:lnTo>
                    <a:pt x="814335" y="1478102"/>
                  </a:lnTo>
                  <a:lnTo>
                    <a:pt x="769499" y="1463618"/>
                  </a:lnTo>
                  <a:lnTo>
                    <a:pt x="726469" y="1445423"/>
                  </a:lnTo>
                  <a:lnTo>
                    <a:pt x="685437" y="1423705"/>
                  </a:lnTo>
                  <a:lnTo>
                    <a:pt x="646592" y="1398657"/>
                  </a:lnTo>
                  <a:lnTo>
                    <a:pt x="610126" y="1370469"/>
                  </a:lnTo>
                  <a:lnTo>
                    <a:pt x="576229" y="1339330"/>
                  </a:lnTo>
                  <a:lnTo>
                    <a:pt x="545092" y="1305433"/>
                  </a:lnTo>
                  <a:lnTo>
                    <a:pt x="516904" y="1268967"/>
                  </a:lnTo>
                  <a:lnTo>
                    <a:pt x="491856" y="1230122"/>
                  </a:lnTo>
                  <a:lnTo>
                    <a:pt x="470139" y="1189090"/>
                  </a:lnTo>
                  <a:lnTo>
                    <a:pt x="451944" y="1146061"/>
                  </a:lnTo>
                  <a:lnTo>
                    <a:pt x="437461" y="1101225"/>
                  </a:lnTo>
                  <a:lnTo>
                    <a:pt x="426879" y="1054772"/>
                  </a:lnTo>
                  <a:lnTo>
                    <a:pt x="420391" y="1006895"/>
                  </a:lnTo>
                  <a:lnTo>
                    <a:pt x="418186" y="957782"/>
                  </a:lnTo>
                  <a:lnTo>
                    <a:pt x="420391" y="908667"/>
                  </a:lnTo>
                  <a:lnTo>
                    <a:pt x="426879" y="860788"/>
                  </a:lnTo>
                  <a:lnTo>
                    <a:pt x="437461" y="814335"/>
                  </a:lnTo>
                  <a:lnTo>
                    <a:pt x="451944" y="769497"/>
                  </a:lnTo>
                  <a:lnTo>
                    <a:pt x="470139" y="726467"/>
                  </a:lnTo>
                  <a:lnTo>
                    <a:pt x="491856" y="685434"/>
                  </a:lnTo>
                  <a:lnTo>
                    <a:pt x="516904" y="646589"/>
                  </a:lnTo>
                  <a:lnTo>
                    <a:pt x="545092" y="610122"/>
                  </a:lnTo>
                  <a:lnTo>
                    <a:pt x="576229" y="576224"/>
                  </a:lnTo>
                  <a:lnTo>
                    <a:pt x="610126" y="545085"/>
                  </a:lnTo>
                  <a:lnTo>
                    <a:pt x="646592" y="516897"/>
                  </a:lnTo>
                  <a:lnTo>
                    <a:pt x="685437" y="491848"/>
                  </a:lnTo>
                  <a:lnTo>
                    <a:pt x="726469" y="470131"/>
                  </a:lnTo>
                  <a:lnTo>
                    <a:pt x="769499" y="451935"/>
                  </a:lnTo>
                  <a:lnTo>
                    <a:pt x="814335" y="437451"/>
                  </a:lnTo>
                  <a:lnTo>
                    <a:pt x="860788" y="426869"/>
                  </a:lnTo>
                  <a:lnTo>
                    <a:pt x="908667" y="420380"/>
                  </a:lnTo>
                  <a:lnTo>
                    <a:pt x="957782" y="418175"/>
                  </a:lnTo>
                  <a:lnTo>
                    <a:pt x="1009038" y="420581"/>
                  </a:lnTo>
                  <a:lnTo>
                    <a:pt x="1058932" y="427654"/>
                  </a:lnTo>
                  <a:lnTo>
                    <a:pt x="1107249" y="439174"/>
                  </a:lnTo>
                  <a:lnTo>
                    <a:pt x="1153773" y="454925"/>
                  </a:lnTo>
                  <a:lnTo>
                    <a:pt x="1198288" y="474688"/>
                  </a:lnTo>
                  <a:lnTo>
                    <a:pt x="1240579" y="498244"/>
                  </a:lnTo>
                  <a:lnTo>
                    <a:pt x="1280430" y="525376"/>
                  </a:lnTo>
                  <a:lnTo>
                    <a:pt x="1317627" y="555866"/>
                  </a:lnTo>
                  <a:lnTo>
                    <a:pt x="1351953" y="589494"/>
                  </a:lnTo>
                  <a:lnTo>
                    <a:pt x="1383193" y="626043"/>
                  </a:lnTo>
                  <a:lnTo>
                    <a:pt x="1401281" y="580701"/>
                  </a:lnTo>
                  <a:lnTo>
                    <a:pt x="1421585" y="536540"/>
                  </a:lnTo>
                  <a:lnTo>
                    <a:pt x="1444035" y="493628"/>
                  </a:lnTo>
                  <a:lnTo>
                    <a:pt x="1468561" y="452028"/>
                  </a:lnTo>
                  <a:lnTo>
                    <a:pt x="1495091" y="411808"/>
                  </a:lnTo>
                  <a:lnTo>
                    <a:pt x="1523556" y="373033"/>
                  </a:lnTo>
                  <a:lnTo>
                    <a:pt x="1553883" y="335768"/>
                  </a:lnTo>
                  <a:lnTo>
                    <a:pt x="1586003" y="300079"/>
                  </a:lnTo>
                  <a:lnTo>
                    <a:pt x="1619845" y="266033"/>
                  </a:lnTo>
                  <a:lnTo>
                    <a:pt x="1584639" y="233954"/>
                  </a:lnTo>
                  <a:lnTo>
                    <a:pt x="1547869" y="203630"/>
                  </a:lnTo>
                  <a:lnTo>
                    <a:pt x="1509603" y="175130"/>
                  </a:lnTo>
                  <a:lnTo>
                    <a:pt x="1469906" y="148522"/>
                  </a:lnTo>
                  <a:lnTo>
                    <a:pt x="1428844" y="123872"/>
                  </a:lnTo>
                  <a:lnTo>
                    <a:pt x="1386485" y="101250"/>
                  </a:lnTo>
                  <a:lnTo>
                    <a:pt x="1342895" y="80721"/>
                  </a:lnTo>
                  <a:lnTo>
                    <a:pt x="1298139" y="62354"/>
                  </a:lnTo>
                  <a:lnTo>
                    <a:pt x="1252283" y="46217"/>
                  </a:lnTo>
                  <a:lnTo>
                    <a:pt x="1205395" y="32377"/>
                  </a:lnTo>
                  <a:lnTo>
                    <a:pt x="1157541" y="20901"/>
                  </a:lnTo>
                  <a:lnTo>
                    <a:pt x="1108786" y="11858"/>
                  </a:lnTo>
                  <a:lnTo>
                    <a:pt x="1059197" y="5315"/>
                  </a:lnTo>
                  <a:lnTo>
                    <a:pt x="1008840" y="1340"/>
                  </a:lnTo>
                  <a:lnTo>
                    <a:pt x="957782" y="0"/>
                  </a:lnTo>
                  <a:close/>
                </a:path>
              </a:pathLst>
            </a:custGeom>
            <a:solidFill>
              <a:srgbClr val="003894"/>
            </a:solidFill>
          </p:spPr>
          <p:txBody>
            <a:bodyPr wrap="square" lIns="0" tIns="0" rIns="0" bIns="0" rtlCol="0"/>
            <a:lstStyle/>
            <a:p>
              <a:endParaRPr dirty="0"/>
            </a:p>
          </p:txBody>
        </p:sp>
        <p:sp>
          <p:nvSpPr>
            <p:cNvPr id="11" name="object 5">
              <a:extLst>
                <a:ext uri="{FF2B5EF4-FFF2-40B4-BE49-F238E27FC236}">
                  <a16:creationId xmlns:a16="http://schemas.microsoft.com/office/drawing/2014/main" id="{7BD55A7A-B4CE-8646-A48C-9CEEEDC3DEC2}"/>
                </a:ext>
              </a:extLst>
            </p:cNvPr>
            <p:cNvSpPr/>
            <p:nvPr/>
          </p:nvSpPr>
          <p:spPr>
            <a:xfrm>
              <a:off x="17977795" y="8501560"/>
              <a:ext cx="551180" cy="551180"/>
            </a:xfrm>
            <a:custGeom>
              <a:avLst/>
              <a:gdLst/>
              <a:ahLst/>
              <a:cxnLst/>
              <a:rect l="l" t="t" r="r" b="b"/>
              <a:pathLst>
                <a:path w="551180" h="551179">
                  <a:moveTo>
                    <a:pt x="275363" y="0"/>
                  </a:moveTo>
                  <a:lnTo>
                    <a:pt x="225866" y="4436"/>
                  </a:lnTo>
                  <a:lnTo>
                    <a:pt x="179280" y="17228"/>
                  </a:lnTo>
                  <a:lnTo>
                    <a:pt x="136382" y="37597"/>
                  </a:lnTo>
                  <a:lnTo>
                    <a:pt x="97950" y="64765"/>
                  </a:lnTo>
                  <a:lnTo>
                    <a:pt x="64761" y="97954"/>
                  </a:lnTo>
                  <a:lnTo>
                    <a:pt x="37595" y="136386"/>
                  </a:lnTo>
                  <a:lnTo>
                    <a:pt x="17227" y="179284"/>
                  </a:lnTo>
                  <a:lnTo>
                    <a:pt x="4436" y="225869"/>
                  </a:lnTo>
                  <a:lnTo>
                    <a:pt x="0" y="275363"/>
                  </a:lnTo>
                  <a:lnTo>
                    <a:pt x="4436" y="324860"/>
                  </a:lnTo>
                  <a:lnTo>
                    <a:pt x="17227" y="371446"/>
                  </a:lnTo>
                  <a:lnTo>
                    <a:pt x="37595" y="414344"/>
                  </a:lnTo>
                  <a:lnTo>
                    <a:pt x="64761" y="452776"/>
                  </a:lnTo>
                  <a:lnTo>
                    <a:pt x="97950" y="485964"/>
                  </a:lnTo>
                  <a:lnTo>
                    <a:pt x="136382" y="513131"/>
                  </a:lnTo>
                  <a:lnTo>
                    <a:pt x="179280" y="533499"/>
                  </a:lnTo>
                  <a:lnTo>
                    <a:pt x="225866" y="546290"/>
                  </a:lnTo>
                  <a:lnTo>
                    <a:pt x="275363" y="550726"/>
                  </a:lnTo>
                  <a:lnTo>
                    <a:pt x="324860" y="546290"/>
                  </a:lnTo>
                  <a:lnTo>
                    <a:pt x="371446" y="533499"/>
                  </a:lnTo>
                  <a:lnTo>
                    <a:pt x="414344" y="513131"/>
                  </a:lnTo>
                  <a:lnTo>
                    <a:pt x="452776" y="485964"/>
                  </a:lnTo>
                  <a:lnTo>
                    <a:pt x="485964" y="452776"/>
                  </a:lnTo>
                  <a:lnTo>
                    <a:pt x="513131" y="414344"/>
                  </a:lnTo>
                  <a:lnTo>
                    <a:pt x="533499" y="371446"/>
                  </a:lnTo>
                  <a:lnTo>
                    <a:pt x="546290" y="324860"/>
                  </a:lnTo>
                  <a:lnTo>
                    <a:pt x="550726" y="275363"/>
                  </a:lnTo>
                  <a:lnTo>
                    <a:pt x="546290" y="225869"/>
                  </a:lnTo>
                  <a:lnTo>
                    <a:pt x="533499" y="179284"/>
                  </a:lnTo>
                  <a:lnTo>
                    <a:pt x="513131" y="136386"/>
                  </a:lnTo>
                  <a:lnTo>
                    <a:pt x="485964" y="97954"/>
                  </a:lnTo>
                  <a:lnTo>
                    <a:pt x="452776" y="64765"/>
                  </a:lnTo>
                  <a:lnTo>
                    <a:pt x="414344" y="37597"/>
                  </a:lnTo>
                  <a:lnTo>
                    <a:pt x="371446" y="17228"/>
                  </a:lnTo>
                  <a:lnTo>
                    <a:pt x="324860" y="4436"/>
                  </a:lnTo>
                  <a:lnTo>
                    <a:pt x="275363" y="0"/>
                  </a:lnTo>
                  <a:close/>
                </a:path>
              </a:pathLst>
            </a:custGeom>
            <a:solidFill>
              <a:srgbClr val="E60012"/>
            </a:solidFill>
          </p:spPr>
          <p:txBody>
            <a:bodyPr wrap="square" lIns="0" tIns="0" rIns="0" bIns="0" rtlCol="0"/>
            <a:lstStyle/>
            <a:p>
              <a:endParaRPr dirty="0"/>
            </a:p>
          </p:txBody>
        </p:sp>
        <p:sp>
          <p:nvSpPr>
            <p:cNvPr id="12" name="object 6">
              <a:extLst>
                <a:ext uri="{FF2B5EF4-FFF2-40B4-BE49-F238E27FC236}">
                  <a16:creationId xmlns:a16="http://schemas.microsoft.com/office/drawing/2014/main" id="{296C9BB6-7CFF-4F4B-AFF0-043B37ACA0F2}"/>
                </a:ext>
              </a:extLst>
            </p:cNvPr>
            <p:cNvSpPr/>
            <p:nvPr/>
          </p:nvSpPr>
          <p:spPr>
            <a:xfrm>
              <a:off x="17023886" y="10074883"/>
              <a:ext cx="379095" cy="427990"/>
            </a:xfrm>
            <a:custGeom>
              <a:avLst/>
              <a:gdLst/>
              <a:ahLst/>
              <a:cxnLst/>
              <a:rect l="l" t="t" r="r" b="b"/>
              <a:pathLst>
                <a:path w="379094" h="427990">
                  <a:moveTo>
                    <a:pt x="372302" y="0"/>
                  </a:moveTo>
                  <a:lnTo>
                    <a:pt x="364271" y="0"/>
                  </a:lnTo>
                  <a:lnTo>
                    <a:pt x="283048" y="0"/>
                  </a:lnTo>
                  <a:lnTo>
                    <a:pt x="276536" y="6512"/>
                  </a:lnTo>
                  <a:lnTo>
                    <a:pt x="276536" y="254599"/>
                  </a:lnTo>
                  <a:lnTo>
                    <a:pt x="273122" y="255573"/>
                  </a:lnTo>
                  <a:lnTo>
                    <a:pt x="116928" y="4334"/>
                  </a:lnTo>
                  <a:lnTo>
                    <a:pt x="109138" y="0"/>
                  </a:lnTo>
                  <a:lnTo>
                    <a:pt x="6512" y="0"/>
                  </a:lnTo>
                  <a:lnTo>
                    <a:pt x="0" y="6512"/>
                  </a:lnTo>
                  <a:lnTo>
                    <a:pt x="0" y="421411"/>
                  </a:lnTo>
                  <a:lnTo>
                    <a:pt x="6512" y="427924"/>
                  </a:lnTo>
                  <a:lnTo>
                    <a:pt x="95756" y="427924"/>
                  </a:lnTo>
                  <a:lnTo>
                    <a:pt x="102269" y="421411"/>
                  </a:lnTo>
                  <a:lnTo>
                    <a:pt x="102269" y="167638"/>
                  </a:lnTo>
                  <a:lnTo>
                    <a:pt x="105682" y="166665"/>
                  </a:lnTo>
                  <a:lnTo>
                    <a:pt x="264693" y="422573"/>
                  </a:lnTo>
                  <a:lnTo>
                    <a:pt x="272379" y="426897"/>
                  </a:lnTo>
                  <a:lnTo>
                    <a:pt x="372219" y="427850"/>
                  </a:lnTo>
                  <a:lnTo>
                    <a:pt x="378815" y="421317"/>
                  </a:lnTo>
                  <a:lnTo>
                    <a:pt x="378815" y="6512"/>
                  </a:lnTo>
                  <a:lnTo>
                    <a:pt x="372302" y="0"/>
                  </a:lnTo>
                  <a:close/>
                </a:path>
              </a:pathLst>
            </a:custGeom>
            <a:solidFill>
              <a:srgbClr val="595757"/>
            </a:solidFill>
          </p:spPr>
          <p:txBody>
            <a:bodyPr wrap="square" lIns="0" tIns="0" rIns="0" bIns="0" rtlCol="0"/>
            <a:lstStyle/>
            <a:p>
              <a:endParaRPr dirty="0"/>
            </a:p>
          </p:txBody>
        </p:sp>
        <p:sp>
          <p:nvSpPr>
            <p:cNvPr id="13" name="object 7">
              <a:extLst>
                <a:ext uri="{FF2B5EF4-FFF2-40B4-BE49-F238E27FC236}">
                  <a16:creationId xmlns:a16="http://schemas.microsoft.com/office/drawing/2014/main" id="{1C9CE851-8646-544F-9209-6CE440E484CE}"/>
                </a:ext>
              </a:extLst>
            </p:cNvPr>
            <p:cNvSpPr/>
            <p:nvPr/>
          </p:nvSpPr>
          <p:spPr>
            <a:xfrm>
              <a:off x="17909254" y="10074885"/>
              <a:ext cx="332105" cy="427990"/>
            </a:xfrm>
            <a:custGeom>
              <a:avLst/>
              <a:gdLst/>
              <a:ahLst/>
              <a:cxnLst/>
              <a:rect l="l" t="t" r="r" b="b"/>
              <a:pathLst>
                <a:path w="332105" h="427990">
                  <a:moveTo>
                    <a:pt x="325539" y="0"/>
                  </a:moveTo>
                  <a:lnTo>
                    <a:pt x="6512" y="0"/>
                  </a:lnTo>
                  <a:lnTo>
                    <a:pt x="0" y="6512"/>
                  </a:lnTo>
                  <a:lnTo>
                    <a:pt x="0" y="92416"/>
                  </a:lnTo>
                  <a:lnTo>
                    <a:pt x="6512" y="98928"/>
                  </a:lnTo>
                  <a:lnTo>
                    <a:pt x="14544" y="98928"/>
                  </a:lnTo>
                  <a:lnTo>
                    <a:pt x="112551" y="98928"/>
                  </a:lnTo>
                  <a:lnTo>
                    <a:pt x="114876" y="101253"/>
                  </a:lnTo>
                  <a:lnTo>
                    <a:pt x="114876" y="421411"/>
                  </a:lnTo>
                  <a:lnTo>
                    <a:pt x="121388" y="427924"/>
                  </a:lnTo>
                  <a:lnTo>
                    <a:pt x="210642" y="427924"/>
                  </a:lnTo>
                  <a:lnTo>
                    <a:pt x="217155" y="421411"/>
                  </a:lnTo>
                  <a:lnTo>
                    <a:pt x="217155" y="101253"/>
                  </a:lnTo>
                  <a:lnTo>
                    <a:pt x="219480" y="98928"/>
                  </a:lnTo>
                  <a:lnTo>
                    <a:pt x="325539" y="98928"/>
                  </a:lnTo>
                  <a:lnTo>
                    <a:pt x="332042" y="92416"/>
                  </a:lnTo>
                  <a:lnTo>
                    <a:pt x="332042" y="6512"/>
                  </a:lnTo>
                  <a:lnTo>
                    <a:pt x="325539" y="0"/>
                  </a:lnTo>
                  <a:close/>
                </a:path>
              </a:pathLst>
            </a:custGeom>
            <a:solidFill>
              <a:srgbClr val="595757"/>
            </a:solidFill>
          </p:spPr>
          <p:txBody>
            <a:bodyPr wrap="square" lIns="0" tIns="0" rIns="0" bIns="0" rtlCol="0"/>
            <a:lstStyle/>
            <a:p>
              <a:endParaRPr dirty="0"/>
            </a:p>
          </p:txBody>
        </p:sp>
        <p:sp>
          <p:nvSpPr>
            <p:cNvPr id="14" name="object 8">
              <a:extLst>
                <a:ext uri="{FF2B5EF4-FFF2-40B4-BE49-F238E27FC236}">
                  <a16:creationId xmlns:a16="http://schemas.microsoft.com/office/drawing/2014/main" id="{0BE1CA6B-21EE-294F-AE79-4C005A445543}"/>
                </a:ext>
              </a:extLst>
            </p:cNvPr>
            <p:cNvSpPr/>
            <p:nvPr/>
          </p:nvSpPr>
          <p:spPr>
            <a:xfrm>
              <a:off x="16591795" y="10074885"/>
              <a:ext cx="327660" cy="427990"/>
            </a:xfrm>
            <a:custGeom>
              <a:avLst/>
              <a:gdLst/>
              <a:ahLst/>
              <a:cxnLst/>
              <a:rect l="l" t="t" r="r" b="b"/>
              <a:pathLst>
                <a:path w="327659" h="427990">
                  <a:moveTo>
                    <a:pt x="315927" y="0"/>
                  </a:moveTo>
                  <a:lnTo>
                    <a:pt x="6502" y="0"/>
                  </a:lnTo>
                  <a:lnTo>
                    <a:pt x="0" y="6512"/>
                  </a:lnTo>
                  <a:lnTo>
                    <a:pt x="0" y="421411"/>
                  </a:lnTo>
                  <a:lnTo>
                    <a:pt x="6502" y="427924"/>
                  </a:lnTo>
                  <a:lnTo>
                    <a:pt x="14544" y="427924"/>
                  </a:lnTo>
                  <a:lnTo>
                    <a:pt x="321121" y="427924"/>
                  </a:lnTo>
                  <a:lnTo>
                    <a:pt x="327634" y="421411"/>
                  </a:lnTo>
                  <a:lnTo>
                    <a:pt x="327634" y="335508"/>
                  </a:lnTo>
                  <a:lnTo>
                    <a:pt x="321121" y="328995"/>
                  </a:lnTo>
                  <a:lnTo>
                    <a:pt x="104604" y="328995"/>
                  </a:lnTo>
                  <a:lnTo>
                    <a:pt x="102269" y="326670"/>
                  </a:lnTo>
                  <a:lnTo>
                    <a:pt x="102269" y="261939"/>
                  </a:lnTo>
                  <a:lnTo>
                    <a:pt x="104604" y="259625"/>
                  </a:lnTo>
                  <a:lnTo>
                    <a:pt x="293027" y="259625"/>
                  </a:lnTo>
                  <a:lnTo>
                    <a:pt x="299540" y="253112"/>
                  </a:lnTo>
                  <a:lnTo>
                    <a:pt x="299540" y="169816"/>
                  </a:lnTo>
                  <a:lnTo>
                    <a:pt x="293027" y="163303"/>
                  </a:lnTo>
                  <a:lnTo>
                    <a:pt x="104604" y="163303"/>
                  </a:lnTo>
                  <a:lnTo>
                    <a:pt x="102269" y="160979"/>
                  </a:lnTo>
                  <a:lnTo>
                    <a:pt x="102269" y="101253"/>
                  </a:lnTo>
                  <a:lnTo>
                    <a:pt x="104604" y="98928"/>
                  </a:lnTo>
                  <a:lnTo>
                    <a:pt x="315927" y="98928"/>
                  </a:lnTo>
                  <a:lnTo>
                    <a:pt x="322440" y="92416"/>
                  </a:lnTo>
                  <a:lnTo>
                    <a:pt x="322440" y="6512"/>
                  </a:lnTo>
                  <a:lnTo>
                    <a:pt x="315927" y="0"/>
                  </a:lnTo>
                  <a:close/>
                </a:path>
              </a:pathLst>
            </a:custGeom>
            <a:solidFill>
              <a:srgbClr val="595757"/>
            </a:solidFill>
          </p:spPr>
          <p:txBody>
            <a:bodyPr wrap="square" lIns="0" tIns="0" rIns="0" bIns="0" rtlCol="0"/>
            <a:lstStyle/>
            <a:p>
              <a:endParaRPr dirty="0"/>
            </a:p>
          </p:txBody>
        </p:sp>
        <p:sp>
          <p:nvSpPr>
            <p:cNvPr id="15" name="object 9">
              <a:extLst>
                <a:ext uri="{FF2B5EF4-FFF2-40B4-BE49-F238E27FC236}">
                  <a16:creationId xmlns:a16="http://schemas.microsoft.com/office/drawing/2014/main" id="{1D428986-EB66-5842-B6A5-D26A5C2B152A}"/>
                </a:ext>
              </a:extLst>
            </p:cNvPr>
            <p:cNvSpPr/>
            <p:nvPr/>
          </p:nvSpPr>
          <p:spPr>
            <a:xfrm>
              <a:off x="17536679" y="10074885"/>
              <a:ext cx="327660" cy="427990"/>
            </a:xfrm>
            <a:custGeom>
              <a:avLst/>
              <a:gdLst/>
              <a:ahLst/>
              <a:cxnLst/>
              <a:rect l="l" t="t" r="r" b="b"/>
              <a:pathLst>
                <a:path w="327659" h="427990">
                  <a:moveTo>
                    <a:pt x="315938" y="0"/>
                  </a:moveTo>
                  <a:lnTo>
                    <a:pt x="6512" y="0"/>
                  </a:lnTo>
                  <a:lnTo>
                    <a:pt x="0" y="6512"/>
                  </a:lnTo>
                  <a:lnTo>
                    <a:pt x="0" y="421411"/>
                  </a:lnTo>
                  <a:lnTo>
                    <a:pt x="6512" y="427924"/>
                  </a:lnTo>
                  <a:lnTo>
                    <a:pt x="14544" y="427924"/>
                  </a:lnTo>
                  <a:lnTo>
                    <a:pt x="321121" y="427924"/>
                  </a:lnTo>
                  <a:lnTo>
                    <a:pt x="327634" y="421411"/>
                  </a:lnTo>
                  <a:lnTo>
                    <a:pt x="327634" y="335508"/>
                  </a:lnTo>
                  <a:lnTo>
                    <a:pt x="321121" y="328995"/>
                  </a:lnTo>
                  <a:lnTo>
                    <a:pt x="104604" y="328995"/>
                  </a:lnTo>
                  <a:lnTo>
                    <a:pt x="102279" y="326670"/>
                  </a:lnTo>
                  <a:lnTo>
                    <a:pt x="102279" y="261939"/>
                  </a:lnTo>
                  <a:lnTo>
                    <a:pt x="104604" y="259625"/>
                  </a:lnTo>
                  <a:lnTo>
                    <a:pt x="293027" y="259625"/>
                  </a:lnTo>
                  <a:lnTo>
                    <a:pt x="299540" y="253112"/>
                  </a:lnTo>
                  <a:lnTo>
                    <a:pt x="299540" y="169816"/>
                  </a:lnTo>
                  <a:lnTo>
                    <a:pt x="293027" y="163303"/>
                  </a:lnTo>
                  <a:lnTo>
                    <a:pt x="104604" y="163303"/>
                  </a:lnTo>
                  <a:lnTo>
                    <a:pt x="102279" y="160979"/>
                  </a:lnTo>
                  <a:lnTo>
                    <a:pt x="102279" y="101253"/>
                  </a:lnTo>
                  <a:lnTo>
                    <a:pt x="104604" y="98928"/>
                  </a:lnTo>
                  <a:lnTo>
                    <a:pt x="315938" y="98928"/>
                  </a:lnTo>
                  <a:lnTo>
                    <a:pt x="322450" y="92416"/>
                  </a:lnTo>
                  <a:lnTo>
                    <a:pt x="322450" y="6512"/>
                  </a:lnTo>
                  <a:lnTo>
                    <a:pt x="315938" y="0"/>
                  </a:lnTo>
                  <a:close/>
                </a:path>
              </a:pathLst>
            </a:custGeom>
            <a:solidFill>
              <a:srgbClr val="595757"/>
            </a:solidFill>
          </p:spPr>
          <p:txBody>
            <a:bodyPr wrap="square" lIns="0" tIns="0" rIns="0" bIns="0" rtlCol="0"/>
            <a:lstStyle/>
            <a:p>
              <a:endParaRPr dirty="0"/>
            </a:p>
          </p:txBody>
        </p:sp>
        <p:sp>
          <p:nvSpPr>
            <p:cNvPr id="17" name="object 10">
              <a:extLst>
                <a:ext uri="{FF2B5EF4-FFF2-40B4-BE49-F238E27FC236}">
                  <a16:creationId xmlns:a16="http://schemas.microsoft.com/office/drawing/2014/main" id="{B4CB2ACF-9771-FB43-A40B-69CA07668469}"/>
                </a:ext>
              </a:extLst>
            </p:cNvPr>
            <p:cNvSpPr/>
            <p:nvPr/>
          </p:nvSpPr>
          <p:spPr>
            <a:xfrm>
              <a:off x="18300926" y="10074885"/>
              <a:ext cx="327660" cy="427990"/>
            </a:xfrm>
            <a:custGeom>
              <a:avLst/>
              <a:gdLst/>
              <a:ahLst/>
              <a:cxnLst/>
              <a:rect l="l" t="t" r="r" b="b"/>
              <a:pathLst>
                <a:path w="327659" h="427990">
                  <a:moveTo>
                    <a:pt x="315927" y="0"/>
                  </a:moveTo>
                  <a:lnTo>
                    <a:pt x="6502" y="0"/>
                  </a:lnTo>
                  <a:lnTo>
                    <a:pt x="0" y="6512"/>
                  </a:lnTo>
                  <a:lnTo>
                    <a:pt x="0" y="421411"/>
                  </a:lnTo>
                  <a:lnTo>
                    <a:pt x="6502" y="427924"/>
                  </a:lnTo>
                  <a:lnTo>
                    <a:pt x="14544" y="427924"/>
                  </a:lnTo>
                  <a:lnTo>
                    <a:pt x="321121" y="427924"/>
                  </a:lnTo>
                  <a:lnTo>
                    <a:pt x="327634" y="421411"/>
                  </a:lnTo>
                  <a:lnTo>
                    <a:pt x="327634" y="335508"/>
                  </a:lnTo>
                  <a:lnTo>
                    <a:pt x="321121" y="328995"/>
                  </a:lnTo>
                  <a:lnTo>
                    <a:pt x="104604" y="328995"/>
                  </a:lnTo>
                  <a:lnTo>
                    <a:pt x="102269" y="326670"/>
                  </a:lnTo>
                  <a:lnTo>
                    <a:pt x="102269" y="261939"/>
                  </a:lnTo>
                  <a:lnTo>
                    <a:pt x="104604" y="259625"/>
                  </a:lnTo>
                  <a:lnTo>
                    <a:pt x="293027" y="259625"/>
                  </a:lnTo>
                  <a:lnTo>
                    <a:pt x="299540" y="253112"/>
                  </a:lnTo>
                  <a:lnTo>
                    <a:pt x="299540" y="169816"/>
                  </a:lnTo>
                  <a:lnTo>
                    <a:pt x="293027" y="163303"/>
                  </a:lnTo>
                  <a:lnTo>
                    <a:pt x="104604" y="163303"/>
                  </a:lnTo>
                  <a:lnTo>
                    <a:pt x="102269" y="160979"/>
                  </a:lnTo>
                  <a:lnTo>
                    <a:pt x="102269" y="101253"/>
                  </a:lnTo>
                  <a:lnTo>
                    <a:pt x="104604" y="98928"/>
                  </a:lnTo>
                  <a:lnTo>
                    <a:pt x="315927" y="98928"/>
                  </a:lnTo>
                  <a:lnTo>
                    <a:pt x="322440" y="92416"/>
                  </a:lnTo>
                  <a:lnTo>
                    <a:pt x="322440" y="6512"/>
                  </a:lnTo>
                  <a:lnTo>
                    <a:pt x="315927" y="0"/>
                  </a:lnTo>
                  <a:close/>
                </a:path>
              </a:pathLst>
            </a:custGeom>
            <a:solidFill>
              <a:srgbClr val="595757"/>
            </a:solidFill>
          </p:spPr>
          <p:txBody>
            <a:bodyPr wrap="square" lIns="0" tIns="0" rIns="0" bIns="0" rtlCol="0"/>
            <a:lstStyle/>
            <a:p>
              <a:endParaRPr dirty="0"/>
            </a:p>
          </p:txBody>
        </p:sp>
        <p:sp>
          <p:nvSpPr>
            <p:cNvPr id="18" name="object 11">
              <a:extLst>
                <a:ext uri="{FF2B5EF4-FFF2-40B4-BE49-F238E27FC236}">
                  <a16:creationId xmlns:a16="http://schemas.microsoft.com/office/drawing/2014/main" id="{A8E654FD-742E-EC44-865B-23F84DDAD9EA}"/>
                </a:ext>
              </a:extLst>
            </p:cNvPr>
            <p:cNvSpPr/>
            <p:nvPr/>
          </p:nvSpPr>
          <p:spPr>
            <a:xfrm>
              <a:off x="18689749" y="10058709"/>
              <a:ext cx="431800" cy="460375"/>
            </a:xfrm>
            <a:custGeom>
              <a:avLst/>
              <a:gdLst/>
              <a:ahLst/>
              <a:cxnLst/>
              <a:rect l="l" t="t" r="r" b="b"/>
              <a:pathLst>
                <a:path w="431800" h="460375">
                  <a:moveTo>
                    <a:pt x="229972" y="0"/>
                  </a:moveTo>
                  <a:lnTo>
                    <a:pt x="188090" y="3757"/>
                  </a:lnTo>
                  <a:lnTo>
                    <a:pt x="147023" y="14938"/>
                  </a:lnTo>
                  <a:lnTo>
                    <a:pt x="108238" y="33402"/>
                  </a:lnTo>
                  <a:lnTo>
                    <a:pt x="73207" y="59011"/>
                  </a:lnTo>
                  <a:lnTo>
                    <a:pt x="43398" y="91626"/>
                  </a:lnTo>
                  <a:lnTo>
                    <a:pt x="20280" y="131108"/>
                  </a:lnTo>
                  <a:lnTo>
                    <a:pt x="5324" y="177318"/>
                  </a:lnTo>
                  <a:lnTo>
                    <a:pt x="0" y="230118"/>
                  </a:lnTo>
                  <a:lnTo>
                    <a:pt x="5324" y="283026"/>
                  </a:lnTo>
                  <a:lnTo>
                    <a:pt x="20280" y="329239"/>
                  </a:lnTo>
                  <a:lnTo>
                    <a:pt x="43398" y="368723"/>
                  </a:lnTo>
                  <a:lnTo>
                    <a:pt x="73207" y="401339"/>
                  </a:lnTo>
                  <a:lnTo>
                    <a:pt x="108238" y="426949"/>
                  </a:lnTo>
                  <a:lnTo>
                    <a:pt x="147023" y="445414"/>
                  </a:lnTo>
                  <a:lnTo>
                    <a:pt x="188090" y="456594"/>
                  </a:lnTo>
                  <a:lnTo>
                    <a:pt x="229972" y="460352"/>
                  </a:lnTo>
                  <a:lnTo>
                    <a:pt x="281744" y="454715"/>
                  </a:lnTo>
                  <a:lnTo>
                    <a:pt x="329284" y="438548"/>
                  </a:lnTo>
                  <a:lnTo>
                    <a:pt x="370923" y="412967"/>
                  </a:lnTo>
                  <a:lnTo>
                    <a:pt x="404991" y="379086"/>
                  </a:lnTo>
                  <a:lnTo>
                    <a:pt x="429819" y="338021"/>
                  </a:lnTo>
                  <a:lnTo>
                    <a:pt x="431199" y="331707"/>
                  </a:lnTo>
                  <a:lnTo>
                    <a:pt x="430043" y="325593"/>
                  </a:lnTo>
                  <a:lnTo>
                    <a:pt x="426631" y="320400"/>
                  </a:lnTo>
                  <a:lnTo>
                    <a:pt x="421243" y="316848"/>
                  </a:lnTo>
                  <a:lnTo>
                    <a:pt x="352271" y="289582"/>
                  </a:lnTo>
                  <a:lnTo>
                    <a:pt x="345350" y="286839"/>
                  </a:lnTo>
                  <a:lnTo>
                    <a:pt x="337340" y="289614"/>
                  </a:lnTo>
                  <a:lnTo>
                    <a:pt x="333895" y="296210"/>
                  </a:lnTo>
                  <a:lnTo>
                    <a:pt x="315555" y="322855"/>
                  </a:lnTo>
                  <a:lnTo>
                    <a:pt x="292377" y="341587"/>
                  </a:lnTo>
                  <a:lnTo>
                    <a:pt x="263990" y="352649"/>
                  </a:lnTo>
                  <a:lnTo>
                    <a:pt x="230024" y="356282"/>
                  </a:lnTo>
                  <a:lnTo>
                    <a:pt x="192734" y="349588"/>
                  </a:lnTo>
                  <a:lnTo>
                    <a:pt x="155546" y="327921"/>
                  </a:lnTo>
                  <a:lnTo>
                    <a:pt x="126982" y="288908"/>
                  </a:lnTo>
                  <a:lnTo>
                    <a:pt x="115567" y="230171"/>
                  </a:lnTo>
                  <a:lnTo>
                    <a:pt x="126982" y="171433"/>
                  </a:lnTo>
                  <a:lnTo>
                    <a:pt x="155546" y="132420"/>
                  </a:lnTo>
                  <a:lnTo>
                    <a:pt x="192734" y="110753"/>
                  </a:lnTo>
                  <a:lnTo>
                    <a:pt x="230024" y="104059"/>
                  </a:lnTo>
                  <a:lnTo>
                    <a:pt x="263990" y="107693"/>
                  </a:lnTo>
                  <a:lnTo>
                    <a:pt x="292377" y="118755"/>
                  </a:lnTo>
                  <a:lnTo>
                    <a:pt x="315555" y="137490"/>
                  </a:lnTo>
                  <a:lnTo>
                    <a:pt x="333895" y="164141"/>
                  </a:lnTo>
                  <a:lnTo>
                    <a:pt x="337340" y="170727"/>
                  </a:lnTo>
                  <a:lnTo>
                    <a:pt x="345350" y="173502"/>
                  </a:lnTo>
                  <a:lnTo>
                    <a:pt x="421243" y="143493"/>
                  </a:lnTo>
                  <a:lnTo>
                    <a:pt x="426631" y="139946"/>
                  </a:lnTo>
                  <a:lnTo>
                    <a:pt x="430043" y="134752"/>
                  </a:lnTo>
                  <a:lnTo>
                    <a:pt x="431199" y="128635"/>
                  </a:lnTo>
                  <a:lnTo>
                    <a:pt x="429819" y="122320"/>
                  </a:lnTo>
                  <a:lnTo>
                    <a:pt x="404991" y="81260"/>
                  </a:lnTo>
                  <a:lnTo>
                    <a:pt x="370923" y="47382"/>
                  </a:lnTo>
                  <a:lnTo>
                    <a:pt x="329284" y="21802"/>
                  </a:lnTo>
                  <a:lnTo>
                    <a:pt x="281744" y="5636"/>
                  </a:lnTo>
                  <a:lnTo>
                    <a:pt x="229972" y="0"/>
                  </a:lnTo>
                  <a:close/>
                </a:path>
              </a:pathLst>
            </a:custGeom>
            <a:solidFill>
              <a:srgbClr val="595757"/>
            </a:solidFill>
          </p:spPr>
          <p:txBody>
            <a:bodyPr wrap="square" lIns="0" tIns="0" rIns="0" bIns="0" rtlCol="0"/>
            <a:lstStyle/>
            <a:p>
              <a:endParaRPr dirty="0"/>
            </a:p>
          </p:txBody>
        </p:sp>
        <p:sp>
          <p:nvSpPr>
            <p:cNvPr id="19" name="object 12">
              <a:extLst>
                <a:ext uri="{FF2B5EF4-FFF2-40B4-BE49-F238E27FC236}">
                  <a16:creationId xmlns:a16="http://schemas.microsoft.com/office/drawing/2014/main" id="{7A832EAB-2F45-7E40-81F5-4EC3AC3028F5}"/>
                </a:ext>
              </a:extLst>
            </p:cNvPr>
            <p:cNvSpPr/>
            <p:nvPr/>
          </p:nvSpPr>
          <p:spPr>
            <a:xfrm>
              <a:off x="16061236" y="10058709"/>
              <a:ext cx="422909" cy="461009"/>
            </a:xfrm>
            <a:custGeom>
              <a:avLst/>
              <a:gdLst/>
              <a:ahLst/>
              <a:cxnLst/>
              <a:rect l="l" t="t" r="r" b="b"/>
              <a:pathLst>
                <a:path w="422909" h="461009">
                  <a:moveTo>
                    <a:pt x="229982" y="0"/>
                  </a:moveTo>
                  <a:lnTo>
                    <a:pt x="188092" y="3759"/>
                  </a:lnTo>
                  <a:lnTo>
                    <a:pt x="147015" y="14944"/>
                  </a:lnTo>
                  <a:lnTo>
                    <a:pt x="108222" y="33416"/>
                  </a:lnTo>
                  <a:lnTo>
                    <a:pt x="73184" y="59036"/>
                  </a:lnTo>
                  <a:lnTo>
                    <a:pt x="43372" y="91665"/>
                  </a:lnTo>
                  <a:lnTo>
                    <a:pt x="20257" y="131165"/>
                  </a:lnTo>
                  <a:lnTo>
                    <a:pt x="5309" y="177398"/>
                  </a:lnTo>
                  <a:lnTo>
                    <a:pt x="0" y="230223"/>
                  </a:lnTo>
                  <a:lnTo>
                    <a:pt x="5676" y="282396"/>
                  </a:lnTo>
                  <a:lnTo>
                    <a:pt x="21592" y="328337"/>
                  </a:lnTo>
                  <a:lnTo>
                    <a:pt x="46082" y="367822"/>
                  </a:lnTo>
                  <a:lnTo>
                    <a:pt x="77476" y="400629"/>
                  </a:lnTo>
                  <a:lnTo>
                    <a:pt x="114108" y="426533"/>
                  </a:lnTo>
                  <a:lnTo>
                    <a:pt x="154308" y="445312"/>
                  </a:lnTo>
                  <a:lnTo>
                    <a:pt x="196410" y="456743"/>
                  </a:lnTo>
                  <a:lnTo>
                    <a:pt x="238746" y="460603"/>
                  </a:lnTo>
                  <a:lnTo>
                    <a:pt x="287952" y="457484"/>
                  </a:lnTo>
                  <a:lnTo>
                    <a:pt x="333557" y="448157"/>
                  </a:lnTo>
                  <a:lnTo>
                    <a:pt x="375162" y="432672"/>
                  </a:lnTo>
                  <a:lnTo>
                    <a:pt x="412364" y="411076"/>
                  </a:lnTo>
                  <a:lnTo>
                    <a:pt x="422500" y="399150"/>
                  </a:lnTo>
                  <a:lnTo>
                    <a:pt x="422489" y="203030"/>
                  </a:lnTo>
                  <a:lnTo>
                    <a:pt x="254463" y="196517"/>
                  </a:lnTo>
                  <a:lnTo>
                    <a:pt x="247950" y="286315"/>
                  </a:lnTo>
                  <a:lnTo>
                    <a:pt x="317917" y="292839"/>
                  </a:lnTo>
                  <a:lnTo>
                    <a:pt x="320231" y="295153"/>
                  </a:lnTo>
                  <a:lnTo>
                    <a:pt x="320231" y="339654"/>
                  </a:lnTo>
                  <a:lnTo>
                    <a:pt x="277091" y="354641"/>
                  </a:lnTo>
                  <a:lnTo>
                    <a:pt x="255644" y="356352"/>
                  </a:lnTo>
                  <a:lnTo>
                    <a:pt x="230506" y="356282"/>
                  </a:lnTo>
                  <a:lnTo>
                    <a:pt x="194541" y="349514"/>
                  </a:lnTo>
                  <a:lnTo>
                    <a:pt x="157031" y="328832"/>
                  </a:lnTo>
                  <a:lnTo>
                    <a:pt x="127524" y="290348"/>
                  </a:lnTo>
                  <a:lnTo>
                    <a:pt x="115567" y="230171"/>
                  </a:lnTo>
                  <a:lnTo>
                    <a:pt x="126982" y="171433"/>
                  </a:lnTo>
                  <a:lnTo>
                    <a:pt x="155546" y="132420"/>
                  </a:lnTo>
                  <a:lnTo>
                    <a:pt x="192734" y="110753"/>
                  </a:lnTo>
                  <a:lnTo>
                    <a:pt x="230024" y="104059"/>
                  </a:lnTo>
                  <a:lnTo>
                    <a:pt x="258196" y="106507"/>
                  </a:lnTo>
                  <a:lnTo>
                    <a:pt x="282579" y="113923"/>
                  </a:lnTo>
                  <a:lnTo>
                    <a:pt x="303390" y="126411"/>
                  </a:lnTo>
                  <a:lnTo>
                    <a:pt x="320848" y="144079"/>
                  </a:lnTo>
                  <a:lnTo>
                    <a:pt x="325665" y="150257"/>
                  </a:lnTo>
                  <a:lnTo>
                    <a:pt x="334544" y="151429"/>
                  </a:lnTo>
                  <a:lnTo>
                    <a:pt x="400919" y="102509"/>
                  </a:lnTo>
                  <a:lnTo>
                    <a:pt x="405225" y="97690"/>
                  </a:lnTo>
                  <a:lnTo>
                    <a:pt x="407189" y="91787"/>
                  </a:lnTo>
                  <a:lnTo>
                    <a:pt x="406730" y="85570"/>
                  </a:lnTo>
                  <a:lnTo>
                    <a:pt x="403767" y="79809"/>
                  </a:lnTo>
                  <a:lnTo>
                    <a:pt x="369759" y="46524"/>
                  </a:lnTo>
                  <a:lnTo>
                    <a:pt x="328383" y="21402"/>
                  </a:lnTo>
                  <a:lnTo>
                    <a:pt x="281254" y="5531"/>
                  </a:lnTo>
                  <a:lnTo>
                    <a:pt x="229982" y="0"/>
                  </a:lnTo>
                  <a:close/>
                </a:path>
              </a:pathLst>
            </a:custGeom>
            <a:solidFill>
              <a:srgbClr val="595757"/>
            </a:solidFill>
          </p:spPr>
          <p:txBody>
            <a:bodyPr wrap="square" lIns="0" tIns="0" rIns="0" bIns="0" rtlCol="0"/>
            <a:lstStyle/>
            <a:p>
              <a:endParaRPr dirty="0"/>
            </a:p>
          </p:txBody>
        </p:sp>
      </p:grpSp>
      <p:sp>
        <p:nvSpPr>
          <p:cNvPr id="21" name="object 51">
            <a:extLst>
              <a:ext uri="{FF2B5EF4-FFF2-40B4-BE49-F238E27FC236}">
                <a16:creationId xmlns:a16="http://schemas.microsoft.com/office/drawing/2014/main" id="{C762CB0A-3C23-D940-B02E-6589A96802E9}"/>
              </a:ext>
            </a:extLst>
          </p:cNvPr>
          <p:cNvSpPr txBox="1">
            <a:spLocks/>
          </p:cNvSpPr>
          <p:nvPr userDrawn="1"/>
        </p:nvSpPr>
        <p:spPr>
          <a:xfrm>
            <a:off x="1059002" y="6247672"/>
            <a:ext cx="4121400" cy="134954"/>
          </a:xfrm>
          <a:prstGeom prst="rect">
            <a:avLst/>
          </a:prstGeom>
          <a:noFill/>
        </p:spPr>
        <p:txBody>
          <a:bodyPr vert="horz" wrap="square" lIns="0" tIns="4236" rIns="0" bIns="0" rtlCol="0">
            <a:spAutoFit/>
          </a:bodyPr>
          <a:lstStyle>
            <a:defPPr>
              <a:defRPr kern="0"/>
            </a:defPPr>
          </a:lstStyle>
          <a:p>
            <a:pPr marL="7701">
              <a:lnSpc>
                <a:spcPct val="100000"/>
              </a:lnSpc>
              <a:spcBef>
                <a:spcPts val="33"/>
              </a:spcBef>
            </a:pPr>
            <a:r>
              <a:rPr lang="en-US" altLang="ja-JP" sz="849" b="0" i="0" spc="55" dirty="0">
                <a:solidFill>
                  <a:srgbClr val="231815"/>
                </a:solidFill>
                <a:latin typeface="Helvetica Neue Light" panose="02000403000000020004" pitchFamily="2" charset="0"/>
                <a:ea typeface="Helvetica Neue Light" panose="02000403000000020004" pitchFamily="2" charset="0"/>
              </a:rPr>
              <a:t>©2026</a:t>
            </a:r>
            <a:r>
              <a:rPr lang="en-US" altLang="ja-JP" sz="849" b="0" i="0" spc="173" dirty="0">
                <a:solidFill>
                  <a:srgbClr val="231815"/>
                </a:solidFill>
                <a:latin typeface="Helvetica Neue Light" panose="02000403000000020004" pitchFamily="2" charset="0"/>
                <a:ea typeface="Helvetica Neue Light" panose="02000403000000020004" pitchFamily="2" charset="0"/>
              </a:rPr>
              <a:t> </a:t>
            </a:r>
            <a:r>
              <a:rPr lang="en-US" altLang="ja-JP" sz="849" b="0" i="0" spc="61" dirty="0">
                <a:solidFill>
                  <a:srgbClr val="231815"/>
                </a:solidFill>
                <a:latin typeface="Helvetica Neue Light" panose="02000403000000020004" pitchFamily="2" charset="0"/>
                <a:ea typeface="Helvetica Neue Light" panose="02000403000000020004" pitchFamily="2" charset="0"/>
              </a:rPr>
              <a:t>GENETEC</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55" dirty="0">
                <a:solidFill>
                  <a:srgbClr val="231815"/>
                </a:solidFill>
                <a:latin typeface="Helvetica Neue Light" panose="02000403000000020004" pitchFamily="2" charset="0"/>
                <a:ea typeface="Helvetica Neue Light" panose="02000403000000020004" pitchFamily="2" charset="0"/>
              </a:rPr>
              <a:t>CORPORATION</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49" dirty="0">
                <a:solidFill>
                  <a:srgbClr val="231815"/>
                </a:solidFill>
                <a:latin typeface="Helvetica Neue Light" panose="02000403000000020004" pitchFamily="2" charset="0"/>
                <a:ea typeface="Helvetica Neue Light" panose="02000403000000020004" pitchFamily="2" charset="0"/>
              </a:rPr>
              <a:t>All</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64" dirty="0">
                <a:solidFill>
                  <a:srgbClr val="231815"/>
                </a:solidFill>
                <a:latin typeface="Helvetica Neue Light" panose="02000403000000020004" pitchFamily="2" charset="0"/>
                <a:ea typeface="Helvetica Neue Light" panose="02000403000000020004" pitchFamily="2" charset="0"/>
              </a:rPr>
              <a:t>Rights</a:t>
            </a:r>
            <a:r>
              <a:rPr lang="en-US" altLang="ja-JP" sz="849" b="0" i="0" spc="182" dirty="0">
                <a:solidFill>
                  <a:srgbClr val="231815"/>
                </a:solidFill>
                <a:latin typeface="Helvetica Neue Light" panose="02000403000000020004" pitchFamily="2" charset="0"/>
                <a:ea typeface="Helvetica Neue Light" panose="02000403000000020004" pitchFamily="2" charset="0"/>
              </a:rPr>
              <a:t> </a:t>
            </a:r>
            <a:r>
              <a:rPr lang="en-US" altLang="ja-JP" sz="849" b="0" i="0" spc="67" dirty="0">
                <a:solidFill>
                  <a:srgbClr val="231815"/>
                </a:solidFill>
                <a:latin typeface="Helvetica Neue Light" panose="02000403000000020004" pitchFamily="2" charset="0"/>
                <a:ea typeface="Helvetica Neue Light" panose="02000403000000020004" pitchFamily="2" charset="0"/>
              </a:rPr>
              <a:t>Reserved.</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ED25ECCA-1814-45A9-A0AA-A51CE98EE352}"/>
              </a:ext>
            </a:extLst>
          </p:cNvPr>
          <p:cNvGrpSpPr/>
          <p:nvPr userDrawn="1"/>
        </p:nvGrpSpPr>
        <p:grpSpPr>
          <a:xfrm>
            <a:off x="9758490" y="6084837"/>
            <a:ext cx="2049263" cy="494448"/>
            <a:chOff x="13451859" y="12177503"/>
            <a:chExt cx="4068457" cy="981710"/>
          </a:xfrm>
        </p:grpSpPr>
        <p:sp>
          <p:nvSpPr>
            <p:cNvPr id="17" name="object 5">
              <a:extLst>
                <a:ext uri="{FF2B5EF4-FFF2-40B4-BE49-F238E27FC236}">
                  <a16:creationId xmlns:a16="http://schemas.microsoft.com/office/drawing/2014/main" id="{C410248F-8DE3-4107-9F93-25A864F17FE4}"/>
                </a:ext>
              </a:extLst>
            </p:cNvPr>
            <p:cNvSpPr/>
            <p:nvPr/>
          </p:nvSpPr>
          <p:spPr>
            <a:xfrm>
              <a:off x="13451859" y="12177503"/>
              <a:ext cx="830580" cy="981710"/>
            </a:xfrm>
            <a:custGeom>
              <a:avLst/>
              <a:gdLst/>
              <a:ahLst/>
              <a:cxnLst/>
              <a:rect l="l" t="t" r="r" b="b"/>
              <a:pathLst>
                <a:path w="830580" h="981709">
                  <a:moveTo>
                    <a:pt x="490791" y="0"/>
                  </a:moveTo>
                  <a:lnTo>
                    <a:pt x="443523" y="2246"/>
                  </a:lnTo>
                  <a:lnTo>
                    <a:pt x="397526" y="8850"/>
                  </a:lnTo>
                  <a:lnTo>
                    <a:pt x="353006" y="19604"/>
                  </a:lnTo>
                  <a:lnTo>
                    <a:pt x="310170" y="34303"/>
                  </a:lnTo>
                  <a:lnTo>
                    <a:pt x="269222" y="52742"/>
                  </a:lnTo>
                  <a:lnTo>
                    <a:pt x="230368" y="74714"/>
                  </a:lnTo>
                  <a:lnTo>
                    <a:pt x="193814" y="100015"/>
                  </a:lnTo>
                  <a:lnTo>
                    <a:pt x="159765" y="128438"/>
                  </a:lnTo>
                  <a:lnTo>
                    <a:pt x="128427" y="159777"/>
                  </a:lnTo>
                  <a:lnTo>
                    <a:pt x="100006" y="193827"/>
                  </a:lnTo>
                  <a:lnTo>
                    <a:pt x="74708" y="230383"/>
                  </a:lnTo>
                  <a:lnTo>
                    <a:pt x="52737" y="269237"/>
                  </a:lnTo>
                  <a:lnTo>
                    <a:pt x="34300" y="310186"/>
                  </a:lnTo>
                  <a:lnTo>
                    <a:pt x="19602" y="353023"/>
                  </a:lnTo>
                  <a:lnTo>
                    <a:pt x="8849" y="397542"/>
                  </a:lnTo>
                  <a:lnTo>
                    <a:pt x="2246" y="443537"/>
                  </a:lnTo>
                  <a:lnTo>
                    <a:pt x="0" y="490804"/>
                  </a:lnTo>
                  <a:lnTo>
                    <a:pt x="2246" y="538072"/>
                  </a:lnTo>
                  <a:lnTo>
                    <a:pt x="8849" y="584069"/>
                  </a:lnTo>
                  <a:lnTo>
                    <a:pt x="19602" y="628589"/>
                  </a:lnTo>
                  <a:lnTo>
                    <a:pt x="34300" y="671427"/>
                  </a:lnTo>
                  <a:lnTo>
                    <a:pt x="52737" y="712376"/>
                  </a:lnTo>
                  <a:lnTo>
                    <a:pt x="74708" y="751231"/>
                  </a:lnTo>
                  <a:lnTo>
                    <a:pt x="100006" y="787786"/>
                  </a:lnTo>
                  <a:lnTo>
                    <a:pt x="128427" y="821835"/>
                  </a:lnTo>
                  <a:lnTo>
                    <a:pt x="159765" y="853174"/>
                  </a:lnTo>
                  <a:lnTo>
                    <a:pt x="193814" y="881596"/>
                  </a:lnTo>
                  <a:lnTo>
                    <a:pt x="230368" y="906896"/>
                  </a:lnTo>
                  <a:lnTo>
                    <a:pt x="269222" y="928868"/>
                  </a:lnTo>
                  <a:lnTo>
                    <a:pt x="310170" y="947306"/>
                  </a:lnTo>
                  <a:lnTo>
                    <a:pt x="353006" y="962004"/>
                  </a:lnTo>
                  <a:lnTo>
                    <a:pt x="397526" y="972758"/>
                  </a:lnTo>
                  <a:lnTo>
                    <a:pt x="443523" y="979361"/>
                  </a:lnTo>
                  <a:lnTo>
                    <a:pt x="490791" y="981608"/>
                  </a:lnTo>
                  <a:lnTo>
                    <a:pt x="539555" y="979211"/>
                  </a:lnTo>
                  <a:lnTo>
                    <a:pt x="586952" y="972173"/>
                  </a:lnTo>
                  <a:lnTo>
                    <a:pt x="632757" y="960722"/>
                  </a:lnTo>
                  <a:lnTo>
                    <a:pt x="676746" y="945087"/>
                  </a:lnTo>
                  <a:lnTo>
                    <a:pt x="718695" y="925497"/>
                  </a:lnTo>
                  <a:lnTo>
                    <a:pt x="758380" y="902178"/>
                  </a:lnTo>
                  <a:lnTo>
                    <a:pt x="795576" y="875361"/>
                  </a:lnTo>
                  <a:lnTo>
                    <a:pt x="830059" y="845273"/>
                  </a:lnTo>
                  <a:lnTo>
                    <a:pt x="796750" y="810108"/>
                  </a:lnTo>
                  <a:lnTo>
                    <a:pt x="767005" y="771798"/>
                  </a:lnTo>
                  <a:lnTo>
                    <a:pt x="741093" y="730609"/>
                  </a:lnTo>
                  <a:lnTo>
                    <a:pt x="719285" y="686808"/>
                  </a:lnTo>
                  <a:lnTo>
                    <a:pt x="701852" y="640660"/>
                  </a:lnTo>
                  <a:lnTo>
                    <a:pt x="689064" y="592433"/>
                  </a:lnTo>
                  <a:lnTo>
                    <a:pt x="681193" y="542392"/>
                  </a:lnTo>
                  <a:lnTo>
                    <a:pt x="678510" y="490804"/>
                  </a:lnTo>
                  <a:lnTo>
                    <a:pt x="679280" y="463486"/>
                  </a:lnTo>
                  <a:lnTo>
                    <a:pt x="681545" y="436570"/>
                  </a:lnTo>
                  <a:lnTo>
                    <a:pt x="685239" y="410085"/>
                  </a:lnTo>
                  <a:lnTo>
                    <a:pt x="690295" y="384060"/>
                  </a:lnTo>
                  <a:lnTo>
                    <a:pt x="385660" y="384060"/>
                  </a:lnTo>
                  <a:lnTo>
                    <a:pt x="385660" y="597560"/>
                  </a:lnTo>
                  <a:lnTo>
                    <a:pt x="528443" y="597920"/>
                  </a:lnTo>
                  <a:lnTo>
                    <a:pt x="551688" y="598401"/>
                  </a:lnTo>
                  <a:lnTo>
                    <a:pt x="596122" y="605021"/>
                  </a:lnTo>
                  <a:lnTo>
                    <a:pt x="632609" y="634466"/>
                  </a:lnTo>
                  <a:lnTo>
                    <a:pt x="644446" y="675703"/>
                  </a:lnTo>
                  <a:lnTo>
                    <a:pt x="632147" y="716269"/>
                  </a:lnTo>
                  <a:lnTo>
                    <a:pt x="601255" y="743210"/>
                  </a:lnTo>
                  <a:lnTo>
                    <a:pt x="560232" y="758468"/>
                  </a:lnTo>
                  <a:lnTo>
                    <a:pt x="514527" y="766295"/>
                  </a:lnTo>
                  <a:lnTo>
                    <a:pt x="490791" y="767308"/>
                  </a:lnTo>
                  <a:lnTo>
                    <a:pt x="441090" y="762854"/>
                  </a:lnTo>
                  <a:lnTo>
                    <a:pt x="394311" y="750010"/>
                  </a:lnTo>
                  <a:lnTo>
                    <a:pt x="351236" y="729559"/>
                  </a:lnTo>
                  <a:lnTo>
                    <a:pt x="312645" y="702280"/>
                  </a:lnTo>
                  <a:lnTo>
                    <a:pt x="279318" y="668955"/>
                  </a:lnTo>
                  <a:lnTo>
                    <a:pt x="252039" y="630364"/>
                  </a:lnTo>
                  <a:lnTo>
                    <a:pt x="231586" y="587288"/>
                  </a:lnTo>
                  <a:lnTo>
                    <a:pt x="218742" y="540508"/>
                  </a:lnTo>
                  <a:lnTo>
                    <a:pt x="214287" y="490804"/>
                  </a:lnTo>
                  <a:lnTo>
                    <a:pt x="218742" y="441099"/>
                  </a:lnTo>
                  <a:lnTo>
                    <a:pt x="231586" y="394319"/>
                  </a:lnTo>
                  <a:lnTo>
                    <a:pt x="252039" y="351243"/>
                  </a:lnTo>
                  <a:lnTo>
                    <a:pt x="279318" y="312652"/>
                  </a:lnTo>
                  <a:lnTo>
                    <a:pt x="312645" y="279327"/>
                  </a:lnTo>
                  <a:lnTo>
                    <a:pt x="351236" y="252048"/>
                  </a:lnTo>
                  <a:lnTo>
                    <a:pt x="394311" y="231597"/>
                  </a:lnTo>
                  <a:lnTo>
                    <a:pt x="441090" y="218754"/>
                  </a:lnTo>
                  <a:lnTo>
                    <a:pt x="490791" y="214299"/>
                  </a:lnTo>
                  <a:lnTo>
                    <a:pt x="542626" y="219156"/>
                  </a:lnTo>
                  <a:lnTo>
                    <a:pt x="591227" y="233131"/>
                  </a:lnTo>
                  <a:lnTo>
                    <a:pt x="635710" y="255329"/>
                  </a:lnTo>
                  <a:lnTo>
                    <a:pt x="675191" y="284855"/>
                  </a:lnTo>
                  <a:lnTo>
                    <a:pt x="708786" y="320814"/>
                  </a:lnTo>
                  <a:lnTo>
                    <a:pt x="731232" y="269388"/>
                  </a:lnTo>
                  <a:lnTo>
                    <a:pt x="759202" y="221246"/>
                  </a:lnTo>
                  <a:lnTo>
                    <a:pt x="792283" y="176771"/>
                  </a:lnTo>
                  <a:lnTo>
                    <a:pt x="830059" y="136347"/>
                  </a:lnTo>
                  <a:lnTo>
                    <a:pt x="795576" y="106255"/>
                  </a:lnTo>
                  <a:lnTo>
                    <a:pt x="758380" y="79434"/>
                  </a:lnTo>
                  <a:lnTo>
                    <a:pt x="718695" y="56114"/>
                  </a:lnTo>
                  <a:lnTo>
                    <a:pt x="676746" y="36522"/>
                  </a:lnTo>
                  <a:lnTo>
                    <a:pt x="632757" y="20886"/>
                  </a:lnTo>
                  <a:lnTo>
                    <a:pt x="586952" y="9434"/>
                  </a:lnTo>
                  <a:lnTo>
                    <a:pt x="539555" y="2396"/>
                  </a:lnTo>
                  <a:lnTo>
                    <a:pt x="490791" y="0"/>
                  </a:lnTo>
                  <a:close/>
                </a:path>
              </a:pathLst>
            </a:custGeom>
            <a:solidFill>
              <a:srgbClr val="003894"/>
            </a:solidFill>
          </p:spPr>
          <p:txBody>
            <a:bodyPr wrap="square" lIns="0" tIns="0" rIns="0" bIns="0" rtlCol="0"/>
            <a:lstStyle/>
            <a:p>
              <a:endParaRPr dirty="0"/>
            </a:p>
          </p:txBody>
        </p:sp>
        <p:sp>
          <p:nvSpPr>
            <p:cNvPr id="18" name="object 6">
              <a:extLst>
                <a:ext uri="{FF2B5EF4-FFF2-40B4-BE49-F238E27FC236}">
                  <a16:creationId xmlns:a16="http://schemas.microsoft.com/office/drawing/2014/main" id="{187A1C1A-EA2C-4B93-89F1-A1A5CA6F26A2}"/>
                </a:ext>
              </a:extLst>
            </p:cNvPr>
            <p:cNvSpPr/>
            <p:nvPr/>
          </p:nvSpPr>
          <p:spPr>
            <a:xfrm>
              <a:off x="14480068" y="12527207"/>
              <a:ext cx="282575" cy="282575"/>
            </a:xfrm>
            <a:custGeom>
              <a:avLst/>
              <a:gdLst/>
              <a:ahLst/>
              <a:cxnLst/>
              <a:rect l="l" t="t" r="r" b="b"/>
              <a:pathLst>
                <a:path w="282575" h="282575">
                  <a:moveTo>
                    <a:pt x="141109" y="0"/>
                  </a:moveTo>
                  <a:lnTo>
                    <a:pt x="96510" y="7193"/>
                  </a:lnTo>
                  <a:lnTo>
                    <a:pt x="57774" y="27223"/>
                  </a:lnTo>
                  <a:lnTo>
                    <a:pt x="27227" y="57766"/>
                  </a:lnTo>
                  <a:lnTo>
                    <a:pt x="7194" y="96498"/>
                  </a:lnTo>
                  <a:lnTo>
                    <a:pt x="0" y="141096"/>
                  </a:lnTo>
                  <a:lnTo>
                    <a:pt x="7194" y="185701"/>
                  </a:lnTo>
                  <a:lnTo>
                    <a:pt x="27227" y="224437"/>
                  </a:lnTo>
                  <a:lnTo>
                    <a:pt x="57774" y="254982"/>
                  </a:lnTo>
                  <a:lnTo>
                    <a:pt x="96510" y="275013"/>
                  </a:lnTo>
                  <a:lnTo>
                    <a:pt x="141109" y="282206"/>
                  </a:lnTo>
                  <a:lnTo>
                    <a:pt x="185709" y="275013"/>
                  </a:lnTo>
                  <a:lnTo>
                    <a:pt x="224444" y="254982"/>
                  </a:lnTo>
                  <a:lnTo>
                    <a:pt x="254991" y="224437"/>
                  </a:lnTo>
                  <a:lnTo>
                    <a:pt x="275025" y="185701"/>
                  </a:lnTo>
                  <a:lnTo>
                    <a:pt x="282219" y="141096"/>
                  </a:lnTo>
                  <a:lnTo>
                    <a:pt x="275025" y="96498"/>
                  </a:lnTo>
                  <a:lnTo>
                    <a:pt x="254991" y="57766"/>
                  </a:lnTo>
                  <a:lnTo>
                    <a:pt x="224444" y="27223"/>
                  </a:lnTo>
                  <a:lnTo>
                    <a:pt x="185709" y="7193"/>
                  </a:lnTo>
                  <a:lnTo>
                    <a:pt x="141109" y="0"/>
                  </a:lnTo>
                  <a:close/>
                </a:path>
              </a:pathLst>
            </a:custGeom>
            <a:solidFill>
              <a:srgbClr val="E60012"/>
            </a:solidFill>
          </p:spPr>
          <p:txBody>
            <a:bodyPr wrap="square" lIns="0" tIns="0" rIns="0" bIns="0" rtlCol="0"/>
            <a:lstStyle/>
            <a:p>
              <a:endParaRPr dirty="0"/>
            </a:p>
          </p:txBody>
        </p:sp>
        <p:sp>
          <p:nvSpPr>
            <p:cNvPr id="19" name="object 7">
              <a:extLst>
                <a:ext uri="{FF2B5EF4-FFF2-40B4-BE49-F238E27FC236}">
                  <a16:creationId xmlns:a16="http://schemas.microsoft.com/office/drawing/2014/main" id="{7AC8EC5D-3A94-4235-AB2C-311F2938FA7F}"/>
                </a:ext>
              </a:extLst>
            </p:cNvPr>
            <p:cNvSpPr/>
            <p:nvPr/>
          </p:nvSpPr>
          <p:spPr>
            <a:xfrm>
              <a:off x="15852168" y="12498268"/>
              <a:ext cx="300990" cy="340360"/>
            </a:xfrm>
            <a:custGeom>
              <a:avLst/>
              <a:gdLst/>
              <a:ahLst/>
              <a:cxnLst/>
              <a:rect l="l" t="t" r="r" b="b"/>
              <a:pathLst>
                <a:path w="300990" h="340359">
                  <a:moveTo>
                    <a:pt x="295744" y="0"/>
                  </a:moveTo>
                  <a:lnTo>
                    <a:pt x="289369" y="0"/>
                  </a:lnTo>
                  <a:lnTo>
                    <a:pt x="224840" y="0"/>
                  </a:lnTo>
                  <a:lnTo>
                    <a:pt x="219671" y="5168"/>
                  </a:lnTo>
                  <a:lnTo>
                    <a:pt x="219671" y="202260"/>
                  </a:lnTo>
                  <a:lnTo>
                    <a:pt x="216954" y="203022"/>
                  </a:lnTo>
                  <a:lnTo>
                    <a:pt x="92875" y="3441"/>
                  </a:lnTo>
                  <a:lnTo>
                    <a:pt x="86690" y="0"/>
                  </a:lnTo>
                  <a:lnTo>
                    <a:pt x="5168" y="0"/>
                  </a:lnTo>
                  <a:lnTo>
                    <a:pt x="0" y="5168"/>
                  </a:lnTo>
                  <a:lnTo>
                    <a:pt x="0" y="334759"/>
                  </a:lnTo>
                  <a:lnTo>
                    <a:pt x="5168" y="339940"/>
                  </a:lnTo>
                  <a:lnTo>
                    <a:pt x="76060" y="339940"/>
                  </a:lnTo>
                  <a:lnTo>
                    <a:pt x="81229" y="334759"/>
                  </a:lnTo>
                  <a:lnTo>
                    <a:pt x="81229" y="133172"/>
                  </a:lnTo>
                  <a:lnTo>
                    <a:pt x="83947" y="132397"/>
                  </a:lnTo>
                  <a:lnTo>
                    <a:pt x="210261" y="335699"/>
                  </a:lnTo>
                  <a:lnTo>
                    <a:pt x="216369" y="339115"/>
                  </a:lnTo>
                  <a:lnTo>
                    <a:pt x="295681" y="339890"/>
                  </a:lnTo>
                  <a:lnTo>
                    <a:pt x="300913" y="334695"/>
                  </a:lnTo>
                  <a:lnTo>
                    <a:pt x="300913" y="5168"/>
                  </a:lnTo>
                  <a:lnTo>
                    <a:pt x="295744" y="0"/>
                  </a:lnTo>
                  <a:close/>
                </a:path>
              </a:pathLst>
            </a:custGeom>
            <a:solidFill>
              <a:srgbClr val="595757"/>
            </a:solidFill>
          </p:spPr>
          <p:txBody>
            <a:bodyPr wrap="square" lIns="0" tIns="0" rIns="0" bIns="0" rtlCol="0"/>
            <a:lstStyle/>
            <a:p>
              <a:endParaRPr dirty="0"/>
            </a:p>
          </p:txBody>
        </p:sp>
        <p:sp>
          <p:nvSpPr>
            <p:cNvPr id="26" name="object 8">
              <a:extLst>
                <a:ext uri="{FF2B5EF4-FFF2-40B4-BE49-F238E27FC236}">
                  <a16:creationId xmlns:a16="http://schemas.microsoft.com/office/drawing/2014/main" id="{A80C79B1-FF1C-442B-88E4-4570F60F77E4}"/>
                </a:ext>
              </a:extLst>
            </p:cNvPr>
            <p:cNvSpPr/>
            <p:nvPr/>
          </p:nvSpPr>
          <p:spPr>
            <a:xfrm>
              <a:off x="15508909" y="12498262"/>
              <a:ext cx="260350" cy="340360"/>
            </a:xfrm>
            <a:custGeom>
              <a:avLst/>
              <a:gdLst/>
              <a:ahLst/>
              <a:cxnLst/>
              <a:rect l="l" t="t" r="r" b="b"/>
              <a:pathLst>
                <a:path w="260350" h="340359">
                  <a:moveTo>
                    <a:pt x="250977"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close/>
                </a:path>
              </a:pathLst>
            </a:custGeom>
            <a:solidFill>
              <a:srgbClr val="595757"/>
            </a:solidFill>
          </p:spPr>
          <p:txBody>
            <a:bodyPr wrap="square" lIns="0" tIns="0" rIns="0" bIns="0" rtlCol="0"/>
            <a:lstStyle/>
            <a:p>
              <a:endParaRPr dirty="0"/>
            </a:p>
          </p:txBody>
        </p:sp>
        <p:sp>
          <p:nvSpPr>
            <p:cNvPr id="27" name="object 9">
              <a:extLst>
                <a:ext uri="{FF2B5EF4-FFF2-40B4-BE49-F238E27FC236}">
                  <a16:creationId xmlns:a16="http://schemas.microsoft.com/office/drawing/2014/main" id="{07C87C8E-2EDC-4F33-81F6-57A615A74EBC}"/>
                </a:ext>
              </a:extLst>
            </p:cNvPr>
            <p:cNvSpPr/>
            <p:nvPr/>
          </p:nvSpPr>
          <p:spPr>
            <a:xfrm>
              <a:off x="16259519" y="12498272"/>
              <a:ext cx="560070" cy="340360"/>
            </a:xfrm>
            <a:custGeom>
              <a:avLst/>
              <a:gdLst/>
              <a:ahLst/>
              <a:cxnLst/>
              <a:rect l="l" t="t" r="r" b="b"/>
              <a:pathLst>
                <a:path w="560069" h="340359">
                  <a:moveTo>
                    <a:pt x="260273" y="266534"/>
                  </a:move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lnTo>
                    <a:pt x="5168" y="0"/>
                  </a:lnTo>
                  <a:lnTo>
                    <a:pt x="0" y="5181"/>
                  </a:lnTo>
                  <a:lnTo>
                    <a:pt x="0" y="334772"/>
                  </a:lnTo>
                  <a:lnTo>
                    <a:pt x="5168" y="339940"/>
                  </a:lnTo>
                  <a:lnTo>
                    <a:pt x="11557" y="339940"/>
                  </a:lnTo>
                  <a:lnTo>
                    <a:pt x="255104" y="339940"/>
                  </a:lnTo>
                  <a:lnTo>
                    <a:pt x="260273" y="334772"/>
                  </a:lnTo>
                  <a:lnTo>
                    <a:pt x="260273" y="266534"/>
                  </a:lnTo>
                  <a:close/>
                </a:path>
                <a:path w="560069" h="340359">
                  <a:moveTo>
                    <a:pt x="559739" y="5181"/>
                  </a:moveTo>
                  <a:lnTo>
                    <a:pt x="554570" y="12"/>
                  </a:lnTo>
                  <a:lnTo>
                    <a:pt x="301142" y="12"/>
                  </a:lnTo>
                  <a:lnTo>
                    <a:pt x="295973" y="5181"/>
                  </a:lnTo>
                  <a:lnTo>
                    <a:pt x="295973" y="73418"/>
                  </a:lnTo>
                  <a:lnTo>
                    <a:pt x="301142" y="78600"/>
                  </a:lnTo>
                  <a:lnTo>
                    <a:pt x="307530" y="78600"/>
                  </a:lnTo>
                  <a:lnTo>
                    <a:pt x="385381" y="78600"/>
                  </a:lnTo>
                  <a:lnTo>
                    <a:pt x="387223" y="80441"/>
                  </a:lnTo>
                  <a:lnTo>
                    <a:pt x="387223" y="334772"/>
                  </a:lnTo>
                  <a:lnTo>
                    <a:pt x="392404" y="339940"/>
                  </a:lnTo>
                  <a:lnTo>
                    <a:pt x="463308" y="339940"/>
                  </a:lnTo>
                  <a:lnTo>
                    <a:pt x="468477" y="334772"/>
                  </a:lnTo>
                  <a:lnTo>
                    <a:pt x="468477" y="80441"/>
                  </a:lnTo>
                  <a:lnTo>
                    <a:pt x="470319" y="78600"/>
                  </a:lnTo>
                  <a:lnTo>
                    <a:pt x="554570" y="78600"/>
                  </a:lnTo>
                  <a:lnTo>
                    <a:pt x="559739" y="73418"/>
                  </a:lnTo>
                  <a:lnTo>
                    <a:pt x="559739" y="5181"/>
                  </a:lnTo>
                  <a:close/>
                </a:path>
              </a:pathLst>
            </a:custGeom>
            <a:solidFill>
              <a:srgbClr val="595757"/>
            </a:solidFill>
          </p:spPr>
          <p:txBody>
            <a:bodyPr wrap="square" lIns="0" tIns="0" rIns="0" bIns="0" rtlCol="0"/>
            <a:lstStyle/>
            <a:p>
              <a:endParaRPr dirty="0"/>
            </a:p>
          </p:txBody>
        </p:sp>
        <p:sp>
          <p:nvSpPr>
            <p:cNvPr id="28" name="object 10">
              <a:extLst>
                <a:ext uri="{FF2B5EF4-FFF2-40B4-BE49-F238E27FC236}">
                  <a16:creationId xmlns:a16="http://schemas.microsoft.com/office/drawing/2014/main" id="{685E8F03-8573-4383-B953-97C35094808E}"/>
                </a:ext>
              </a:extLst>
            </p:cNvPr>
            <p:cNvSpPr/>
            <p:nvPr/>
          </p:nvSpPr>
          <p:spPr>
            <a:xfrm>
              <a:off x="16866630" y="12498262"/>
              <a:ext cx="260350" cy="340360"/>
            </a:xfrm>
            <a:custGeom>
              <a:avLst/>
              <a:gdLst/>
              <a:ahLst/>
              <a:cxnLst/>
              <a:rect l="l" t="t" r="r" b="b"/>
              <a:pathLst>
                <a:path w="260350" h="340359">
                  <a:moveTo>
                    <a:pt x="250990"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54" y="259511"/>
                  </a:lnTo>
                  <a:lnTo>
                    <a:pt x="81254" y="208089"/>
                  </a:lnTo>
                  <a:lnTo>
                    <a:pt x="83096" y="206248"/>
                  </a:lnTo>
                  <a:lnTo>
                    <a:pt x="232791" y="206248"/>
                  </a:lnTo>
                  <a:lnTo>
                    <a:pt x="237959" y="201066"/>
                  </a:lnTo>
                  <a:lnTo>
                    <a:pt x="237959" y="134899"/>
                  </a:lnTo>
                  <a:lnTo>
                    <a:pt x="232791" y="129730"/>
                  </a:lnTo>
                  <a:lnTo>
                    <a:pt x="83096" y="129730"/>
                  </a:lnTo>
                  <a:lnTo>
                    <a:pt x="81254" y="127889"/>
                  </a:lnTo>
                  <a:lnTo>
                    <a:pt x="81254" y="80429"/>
                  </a:lnTo>
                  <a:lnTo>
                    <a:pt x="83096" y="78600"/>
                  </a:lnTo>
                  <a:lnTo>
                    <a:pt x="250990" y="78600"/>
                  </a:lnTo>
                  <a:lnTo>
                    <a:pt x="256159" y="73418"/>
                  </a:lnTo>
                  <a:lnTo>
                    <a:pt x="256159" y="5181"/>
                  </a:lnTo>
                  <a:lnTo>
                    <a:pt x="250990" y="0"/>
                  </a:lnTo>
                  <a:close/>
                </a:path>
              </a:pathLst>
            </a:custGeom>
            <a:solidFill>
              <a:srgbClr val="595757"/>
            </a:solidFill>
          </p:spPr>
          <p:txBody>
            <a:bodyPr wrap="square" lIns="0" tIns="0" rIns="0" bIns="0" rtlCol="0"/>
            <a:lstStyle/>
            <a:p>
              <a:endParaRPr dirty="0"/>
            </a:p>
          </p:txBody>
        </p:sp>
        <p:sp>
          <p:nvSpPr>
            <p:cNvPr id="29" name="object 11">
              <a:extLst>
                <a:ext uri="{FF2B5EF4-FFF2-40B4-BE49-F238E27FC236}">
                  <a16:creationId xmlns:a16="http://schemas.microsoft.com/office/drawing/2014/main" id="{3844796F-4740-45AB-BD96-7B12DEBAFE0B}"/>
                </a:ext>
              </a:extLst>
            </p:cNvPr>
            <p:cNvSpPr/>
            <p:nvPr/>
          </p:nvSpPr>
          <p:spPr>
            <a:xfrm>
              <a:off x="17175511" y="12485423"/>
              <a:ext cx="344805" cy="365760"/>
            </a:xfrm>
            <a:custGeom>
              <a:avLst/>
              <a:gdLst/>
              <a:ahLst/>
              <a:cxnLst/>
              <a:rect l="l" t="t" r="r" b="b"/>
              <a:pathLst>
                <a:path w="344805" h="365759">
                  <a:moveTo>
                    <a:pt x="182689" y="0"/>
                  </a:moveTo>
                  <a:lnTo>
                    <a:pt x="138415" y="5295"/>
                  </a:lnTo>
                  <a:lnTo>
                    <a:pt x="95983" y="21008"/>
                  </a:lnTo>
                  <a:lnTo>
                    <a:pt x="58159" y="46877"/>
                  </a:lnTo>
                  <a:lnTo>
                    <a:pt x="27709" y="82640"/>
                  </a:lnTo>
                  <a:lnTo>
                    <a:pt x="7401" y="128036"/>
                  </a:lnTo>
                  <a:lnTo>
                    <a:pt x="0" y="182803"/>
                  </a:lnTo>
                  <a:lnTo>
                    <a:pt x="7401" y="237652"/>
                  </a:lnTo>
                  <a:lnTo>
                    <a:pt x="27709" y="283052"/>
                  </a:lnTo>
                  <a:lnTo>
                    <a:pt x="58159" y="318817"/>
                  </a:lnTo>
                  <a:lnTo>
                    <a:pt x="95983" y="344687"/>
                  </a:lnTo>
                  <a:lnTo>
                    <a:pt x="138415" y="360400"/>
                  </a:lnTo>
                  <a:lnTo>
                    <a:pt x="182689" y="365696"/>
                  </a:lnTo>
                  <a:lnTo>
                    <a:pt x="233626" y="358755"/>
                  </a:lnTo>
                  <a:lnTo>
                    <a:pt x="278793" y="339090"/>
                  </a:lnTo>
                  <a:lnTo>
                    <a:pt x="315602" y="308432"/>
                  </a:lnTo>
                  <a:lnTo>
                    <a:pt x="341464" y="268516"/>
                  </a:lnTo>
                  <a:lnTo>
                    <a:pt x="344360" y="261988"/>
                  </a:lnTo>
                  <a:lnTo>
                    <a:pt x="341287" y="254330"/>
                  </a:lnTo>
                  <a:lnTo>
                    <a:pt x="279844" y="230035"/>
                  </a:lnTo>
                  <a:lnTo>
                    <a:pt x="274345" y="227863"/>
                  </a:lnTo>
                  <a:lnTo>
                    <a:pt x="267982" y="230060"/>
                  </a:lnTo>
                  <a:lnTo>
                    <a:pt x="265252" y="235305"/>
                  </a:lnTo>
                  <a:lnTo>
                    <a:pt x="250682" y="256473"/>
                  </a:lnTo>
                  <a:lnTo>
                    <a:pt x="232268" y="271356"/>
                  </a:lnTo>
                  <a:lnTo>
                    <a:pt x="209718" y="280145"/>
                  </a:lnTo>
                  <a:lnTo>
                    <a:pt x="182740" y="283032"/>
                  </a:lnTo>
                  <a:lnTo>
                    <a:pt x="153110" y="277712"/>
                  </a:lnTo>
                  <a:lnTo>
                    <a:pt x="123561" y="260497"/>
                  </a:lnTo>
                  <a:lnTo>
                    <a:pt x="100865" y="229502"/>
                  </a:lnTo>
                  <a:lnTo>
                    <a:pt x="91795" y="182841"/>
                  </a:lnTo>
                  <a:lnTo>
                    <a:pt x="100865" y="136183"/>
                  </a:lnTo>
                  <a:lnTo>
                    <a:pt x="123561" y="105192"/>
                  </a:lnTo>
                  <a:lnTo>
                    <a:pt x="153110" y="87981"/>
                  </a:lnTo>
                  <a:lnTo>
                    <a:pt x="182740" y="82664"/>
                  </a:lnTo>
                  <a:lnTo>
                    <a:pt x="209718" y="85551"/>
                  </a:lnTo>
                  <a:lnTo>
                    <a:pt x="232268" y="94338"/>
                  </a:lnTo>
                  <a:lnTo>
                    <a:pt x="250682" y="109217"/>
                  </a:lnTo>
                  <a:lnTo>
                    <a:pt x="265252" y="130378"/>
                  </a:lnTo>
                  <a:lnTo>
                    <a:pt x="267982" y="135623"/>
                  </a:lnTo>
                  <a:lnTo>
                    <a:pt x="274345" y="137820"/>
                  </a:lnTo>
                  <a:lnTo>
                    <a:pt x="341287" y="111353"/>
                  </a:lnTo>
                  <a:lnTo>
                    <a:pt x="344360" y="103708"/>
                  </a:lnTo>
                  <a:lnTo>
                    <a:pt x="341464" y="97167"/>
                  </a:lnTo>
                  <a:lnTo>
                    <a:pt x="315602" y="57253"/>
                  </a:lnTo>
                  <a:lnTo>
                    <a:pt x="278793" y="26600"/>
                  </a:lnTo>
                  <a:lnTo>
                    <a:pt x="233626" y="6938"/>
                  </a:lnTo>
                  <a:lnTo>
                    <a:pt x="182689" y="0"/>
                  </a:lnTo>
                  <a:close/>
                </a:path>
              </a:pathLst>
            </a:custGeom>
            <a:solidFill>
              <a:srgbClr val="595757"/>
            </a:solidFill>
          </p:spPr>
          <p:txBody>
            <a:bodyPr wrap="square" lIns="0" tIns="0" rIns="0" bIns="0" rtlCol="0"/>
            <a:lstStyle/>
            <a:p>
              <a:endParaRPr dirty="0"/>
            </a:p>
          </p:txBody>
        </p:sp>
        <p:sp>
          <p:nvSpPr>
            <p:cNvPr id="30" name="object 12">
              <a:extLst>
                <a:ext uri="{FF2B5EF4-FFF2-40B4-BE49-F238E27FC236}">
                  <a16:creationId xmlns:a16="http://schemas.microsoft.com/office/drawing/2014/main" id="{7A53D38B-4F30-4D8F-995F-7125E3DAF04B}"/>
                </a:ext>
              </a:extLst>
            </p:cNvPr>
            <p:cNvSpPr/>
            <p:nvPr/>
          </p:nvSpPr>
          <p:spPr>
            <a:xfrm>
              <a:off x="15087434" y="12485414"/>
              <a:ext cx="335915" cy="366395"/>
            </a:xfrm>
            <a:custGeom>
              <a:avLst/>
              <a:gdLst/>
              <a:ahLst/>
              <a:cxnLst/>
              <a:rect l="l" t="t" r="r" b="b"/>
              <a:pathLst>
                <a:path w="335915" h="366395">
                  <a:moveTo>
                    <a:pt x="182689" y="0"/>
                  </a:moveTo>
                  <a:lnTo>
                    <a:pt x="138412" y="5297"/>
                  </a:lnTo>
                  <a:lnTo>
                    <a:pt x="95972" y="21017"/>
                  </a:lnTo>
                  <a:lnTo>
                    <a:pt x="58140" y="46897"/>
                  </a:lnTo>
                  <a:lnTo>
                    <a:pt x="27687" y="82677"/>
                  </a:lnTo>
                  <a:lnTo>
                    <a:pt x="7383" y="128096"/>
                  </a:lnTo>
                  <a:lnTo>
                    <a:pt x="0" y="182892"/>
                  </a:lnTo>
                  <a:lnTo>
                    <a:pt x="7885" y="237063"/>
                  </a:lnTo>
                  <a:lnTo>
                    <a:pt x="29449" y="282327"/>
                  </a:lnTo>
                  <a:lnTo>
                    <a:pt x="61550" y="318265"/>
                  </a:lnTo>
                  <a:lnTo>
                    <a:pt x="101046" y="344455"/>
                  </a:lnTo>
                  <a:lnTo>
                    <a:pt x="144797" y="360478"/>
                  </a:lnTo>
                  <a:lnTo>
                    <a:pt x="189661" y="365912"/>
                  </a:lnTo>
                  <a:lnTo>
                    <a:pt x="228746" y="363432"/>
                  </a:lnTo>
                  <a:lnTo>
                    <a:pt x="298028" y="343714"/>
                  </a:lnTo>
                  <a:lnTo>
                    <a:pt x="332663" y="322961"/>
                  </a:lnTo>
                  <a:lnTo>
                    <a:pt x="335635" y="317080"/>
                  </a:lnTo>
                  <a:lnTo>
                    <a:pt x="335622" y="161302"/>
                  </a:lnTo>
                  <a:lnTo>
                    <a:pt x="202145" y="156121"/>
                  </a:lnTo>
                  <a:lnTo>
                    <a:pt x="196976" y="227469"/>
                  </a:lnTo>
                  <a:lnTo>
                    <a:pt x="252552" y="232638"/>
                  </a:lnTo>
                  <a:lnTo>
                    <a:pt x="254393" y="234467"/>
                  </a:lnTo>
                  <a:lnTo>
                    <a:pt x="252298" y="272872"/>
                  </a:lnTo>
                  <a:lnTo>
                    <a:pt x="203089" y="283095"/>
                  </a:lnTo>
                  <a:lnTo>
                    <a:pt x="183121" y="283044"/>
                  </a:lnTo>
                  <a:lnTo>
                    <a:pt x="154542" y="277662"/>
                  </a:lnTo>
                  <a:lnTo>
                    <a:pt x="124744" y="261229"/>
                  </a:lnTo>
                  <a:lnTo>
                    <a:pt x="101305" y="230656"/>
                  </a:lnTo>
                  <a:lnTo>
                    <a:pt x="91808" y="182854"/>
                  </a:lnTo>
                  <a:lnTo>
                    <a:pt x="100876" y="136194"/>
                  </a:lnTo>
                  <a:lnTo>
                    <a:pt x="123567" y="105198"/>
                  </a:lnTo>
                  <a:lnTo>
                    <a:pt x="153112" y="87983"/>
                  </a:lnTo>
                  <a:lnTo>
                    <a:pt x="182740" y="82664"/>
                  </a:lnTo>
                  <a:lnTo>
                    <a:pt x="205114" y="84609"/>
                  </a:lnTo>
                  <a:lnTo>
                    <a:pt x="224482" y="90501"/>
                  </a:lnTo>
                  <a:lnTo>
                    <a:pt x="241015" y="100425"/>
                  </a:lnTo>
                  <a:lnTo>
                    <a:pt x="254888" y="114465"/>
                  </a:lnTo>
                  <a:lnTo>
                    <a:pt x="258711" y="119367"/>
                  </a:lnTo>
                  <a:lnTo>
                    <a:pt x="265760" y="120294"/>
                  </a:lnTo>
                  <a:lnTo>
                    <a:pt x="324269" y="77190"/>
                  </a:lnTo>
                  <a:lnTo>
                    <a:pt x="325246" y="68986"/>
                  </a:lnTo>
                  <a:lnTo>
                    <a:pt x="320751" y="63411"/>
                  </a:lnTo>
                  <a:lnTo>
                    <a:pt x="293735" y="36968"/>
                  </a:lnTo>
                  <a:lnTo>
                    <a:pt x="260864" y="17008"/>
                  </a:lnTo>
                  <a:lnTo>
                    <a:pt x="223421" y="4396"/>
                  </a:lnTo>
                  <a:lnTo>
                    <a:pt x="182689" y="0"/>
                  </a:lnTo>
                  <a:close/>
                </a:path>
              </a:pathLst>
            </a:custGeom>
            <a:solidFill>
              <a:srgbClr val="595757"/>
            </a:solidFill>
          </p:spPr>
          <p:txBody>
            <a:bodyPr wrap="square" lIns="0" tIns="0" rIns="0" bIns="0" rtlCol="0"/>
            <a:lstStyle/>
            <a:p>
              <a:endParaRPr dirty="0"/>
            </a:p>
          </p:txBody>
        </p:sp>
      </p:grpSp>
      <p:sp>
        <p:nvSpPr>
          <p:cNvPr id="16" name="bg object 16"/>
          <p:cNvSpPr/>
          <p:nvPr/>
        </p:nvSpPr>
        <p:spPr>
          <a:xfrm>
            <a:off x="0" y="0"/>
            <a:ext cx="12192000" cy="6857615"/>
          </a:xfrm>
          <a:custGeom>
            <a:avLst/>
            <a:gdLst/>
            <a:ahLst/>
            <a:cxnLst/>
            <a:rect l="l" t="t" r="r" b="b"/>
            <a:pathLst>
              <a:path w="20104100" h="11308715">
                <a:moveTo>
                  <a:pt x="0" y="0"/>
                </a:moveTo>
                <a:lnTo>
                  <a:pt x="20104099" y="0"/>
                </a:lnTo>
                <a:lnTo>
                  <a:pt x="20104099" y="11308556"/>
                </a:lnTo>
                <a:lnTo>
                  <a:pt x="0" y="11308556"/>
                </a:lnTo>
                <a:lnTo>
                  <a:pt x="0" y="0"/>
                </a:lnTo>
                <a:close/>
              </a:path>
            </a:pathLst>
          </a:custGeom>
          <a:ln w="3175">
            <a:solidFill>
              <a:srgbClr val="221714"/>
            </a:solidFill>
          </a:ln>
        </p:spPr>
        <p:txBody>
          <a:bodyPr wrap="square" lIns="0" tIns="0" rIns="0" bIns="0" rtlCol="0"/>
          <a:lstStyle/>
          <a:p>
            <a:endParaRPr dirty="0"/>
          </a:p>
        </p:txBody>
      </p:sp>
      <p:sp>
        <p:nvSpPr>
          <p:cNvPr id="2" name="Holder 2"/>
          <p:cNvSpPr>
            <a:spLocks noGrp="1"/>
          </p:cNvSpPr>
          <p:nvPr>
            <p:ph type="title"/>
          </p:nvPr>
        </p:nvSpPr>
        <p:spPr>
          <a:xfrm>
            <a:off x="754291" y="652274"/>
            <a:ext cx="10683416" cy="1015663"/>
          </a:xfrm>
          <a:prstGeom prst="rect">
            <a:avLst/>
          </a:prstGeom>
        </p:spPr>
        <p:txBody>
          <a:bodyPr wrap="square" lIns="0" tIns="0" rIns="0" bIns="0">
            <a:spAutoFit/>
          </a:bodyPr>
          <a:lstStyle>
            <a:lvl1pPr>
              <a:defRPr sz="6600" b="0" i="0">
                <a:solidFill>
                  <a:srgbClr val="040000"/>
                </a:solidFill>
                <a:latin typeface="ＭＳ Ｐゴシック"/>
                <a:cs typeface="ＭＳ Ｐゴシック"/>
              </a:defRPr>
            </a:lvl1pPr>
          </a:lstStyle>
          <a:p>
            <a:endParaRPr/>
          </a:p>
        </p:txBody>
      </p:sp>
      <p:sp>
        <p:nvSpPr>
          <p:cNvPr id="3" name="Holder 3"/>
          <p:cNvSpPr>
            <a:spLocks noGrp="1"/>
          </p:cNvSpPr>
          <p:nvPr>
            <p:ph type="body" idx="1"/>
          </p:nvPr>
        </p:nvSpPr>
        <p:spPr>
          <a:xfrm>
            <a:off x="754292" y="1414221"/>
            <a:ext cx="10056667" cy="1015663"/>
          </a:xfrm>
          <a:prstGeom prst="rect">
            <a:avLst/>
          </a:prstGeom>
        </p:spPr>
        <p:txBody>
          <a:bodyPr wrap="square" lIns="0" tIns="0" rIns="0" bIns="0">
            <a:spAutoFit/>
          </a:bodyPr>
          <a:lstStyle>
            <a:lvl1pPr>
              <a:defRPr sz="6600" b="0" i="0">
                <a:solidFill>
                  <a:srgbClr val="040000"/>
                </a:solidFill>
                <a:latin typeface="ＭＳ Ｐゴシック"/>
                <a:cs typeface="ＭＳ Ｐゴシック"/>
              </a:defRPr>
            </a:lvl1pPr>
          </a:lstStyle>
          <a:p>
            <a:endParaRPr/>
          </a:p>
        </p:txBody>
      </p:sp>
      <p:sp>
        <p:nvSpPr>
          <p:cNvPr id="10" name="object 2">
            <a:extLst>
              <a:ext uri="{FF2B5EF4-FFF2-40B4-BE49-F238E27FC236}">
                <a16:creationId xmlns:a16="http://schemas.microsoft.com/office/drawing/2014/main" id="{0E8F417A-4B81-9547-83F1-D6A9B18CF865}"/>
              </a:ext>
            </a:extLst>
          </p:cNvPr>
          <p:cNvSpPr/>
          <p:nvPr userDrawn="1"/>
        </p:nvSpPr>
        <p:spPr>
          <a:xfrm>
            <a:off x="0" y="0"/>
            <a:ext cx="12192000" cy="222567"/>
          </a:xfrm>
          <a:custGeom>
            <a:avLst/>
            <a:gdLst/>
            <a:ahLst/>
            <a:cxnLst/>
            <a:rect l="l" t="t" r="r" b="b"/>
            <a:pathLst>
              <a:path w="20104100" h="367030">
                <a:moveTo>
                  <a:pt x="20104099" y="0"/>
                </a:moveTo>
                <a:lnTo>
                  <a:pt x="0" y="0"/>
                </a:lnTo>
                <a:lnTo>
                  <a:pt x="0" y="366480"/>
                </a:lnTo>
                <a:lnTo>
                  <a:pt x="20104099" y="366480"/>
                </a:lnTo>
                <a:lnTo>
                  <a:pt x="20104099" y="0"/>
                </a:lnTo>
                <a:close/>
              </a:path>
            </a:pathLst>
          </a:custGeom>
          <a:solidFill>
            <a:srgbClr val="003894"/>
          </a:solidFill>
        </p:spPr>
        <p:txBody>
          <a:bodyPr wrap="square" lIns="0" tIns="0" rIns="0" bIns="0" rtlCol="0"/>
          <a:lstStyle/>
          <a:p>
            <a:endParaRPr dirty="0"/>
          </a:p>
        </p:txBody>
      </p:sp>
      <p:sp>
        <p:nvSpPr>
          <p:cNvPr id="34" name="object 51">
            <a:extLst>
              <a:ext uri="{FF2B5EF4-FFF2-40B4-BE49-F238E27FC236}">
                <a16:creationId xmlns:a16="http://schemas.microsoft.com/office/drawing/2014/main" id="{DC1CD1E4-2C01-3746-B091-E8A59904ED60}"/>
              </a:ext>
            </a:extLst>
          </p:cNvPr>
          <p:cNvSpPr txBox="1">
            <a:spLocks/>
          </p:cNvSpPr>
          <p:nvPr userDrawn="1"/>
        </p:nvSpPr>
        <p:spPr>
          <a:xfrm>
            <a:off x="1428690" y="6248697"/>
            <a:ext cx="4121400" cy="134954"/>
          </a:xfrm>
          <a:prstGeom prst="rect">
            <a:avLst/>
          </a:prstGeom>
        </p:spPr>
        <p:txBody>
          <a:bodyPr vert="horz" wrap="square" lIns="0" tIns="4236" rIns="0" bIns="0" rtlCol="0">
            <a:spAutoFit/>
          </a:bodyPr>
          <a:lstStyle>
            <a:defPPr>
              <a:defRPr kern="0"/>
            </a:defPPr>
          </a:lstStyle>
          <a:p>
            <a:pPr marL="7701">
              <a:lnSpc>
                <a:spcPct val="100000"/>
              </a:lnSpc>
              <a:spcBef>
                <a:spcPts val="33"/>
              </a:spcBef>
            </a:pPr>
            <a:r>
              <a:rPr lang="en-US" altLang="ja-JP" sz="849" b="0" i="0" spc="55" dirty="0">
                <a:solidFill>
                  <a:srgbClr val="231815"/>
                </a:solidFill>
                <a:latin typeface="Helvetica Neue Light" panose="02000403000000020004" pitchFamily="2" charset="0"/>
                <a:ea typeface="Helvetica Neue Light" panose="02000403000000020004" pitchFamily="2" charset="0"/>
              </a:rPr>
              <a:t>©2026</a:t>
            </a:r>
            <a:r>
              <a:rPr lang="en-US" altLang="ja-JP" sz="849" b="0" i="0" spc="173" dirty="0">
                <a:solidFill>
                  <a:srgbClr val="231815"/>
                </a:solidFill>
                <a:latin typeface="Helvetica Neue Light" panose="02000403000000020004" pitchFamily="2" charset="0"/>
                <a:ea typeface="Helvetica Neue Light" panose="02000403000000020004" pitchFamily="2" charset="0"/>
              </a:rPr>
              <a:t> </a:t>
            </a:r>
            <a:r>
              <a:rPr lang="en-US" altLang="ja-JP" sz="849" b="0" i="0" spc="61" dirty="0">
                <a:solidFill>
                  <a:srgbClr val="231815"/>
                </a:solidFill>
                <a:latin typeface="Helvetica Neue Light" panose="02000403000000020004" pitchFamily="2" charset="0"/>
                <a:ea typeface="Helvetica Neue Light" panose="02000403000000020004" pitchFamily="2" charset="0"/>
              </a:rPr>
              <a:t>GENETEC</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55" dirty="0">
                <a:solidFill>
                  <a:srgbClr val="231815"/>
                </a:solidFill>
                <a:latin typeface="Helvetica Neue Light" panose="02000403000000020004" pitchFamily="2" charset="0"/>
                <a:ea typeface="Helvetica Neue Light" panose="02000403000000020004" pitchFamily="2" charset="0"/>
              </a:rPr>
              <a:t>CORPORATION</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49" dirty="0">
                <a:solidFill>
                  <a:srgbClr val="231815"/>
                </a:solidFill>
                <a:latin typeface="Helvetica Neue Light" panose="02000403000000020004" pitchFamily="2" charset="0"/>
                <a:ea typeface="Helvetica Neue Light" panose="02000403000000020004" pitchFamily="2" charset="0"/>
              </a:rPr>
              <a:t>All</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64" dirty="0">
                <a:solidFill>
                  <a:srgbClr val="231815"/>
                </a:solidFill>
                <a:latin typeface="Helvetica Neue Light" panose="02000403000000020004" pitchFamily="2" charset="0"/>
                <a:ea typeface="Helvetica Neue Light" panose="02000403000000020004" pitchFamily="2" charset="0"/>
              </a:rPr>
              <a:t>Rights</a:t>
            </a:r>
            <a:r>
              <a:rPr lang="en-US" altLang="ja-JP" sz="849" b="0" i="0" spc="182" dirty="0">
                <a:solidFill>
                  <a:srgbClr val="231815"/>
                </a:solidFill>
                <a:latin typeface="Helvetica Neue Light" panose="02000403000000020004" pitchFamily="2" charset="0"/>
                <a:ea typeface="Helvetica Neue Light" panose="02000403000000020004" pitchFamily="2" charset="0"/>
              </a:rPr>
              <a:t> </a:t>
            </a:r>
            <a:r>
              <a:rPr lang="en-US" altLang="ja-JP" sz="849" b="0" i="0" spc="67" dirty="0">
                <a:solidFill>
                  <a:srgbClr val="231815"/>
                </a:solidFill>
                <a:latin typeface="Helvetica Neue Light" panose="02000403000000020004" pitchFamily="2" charset="0"/>
                <a:ea typeface="Helvetica Neue Light" panose="02000403000000020004" pitchFamily="2" charset="0"/>
              </a:rPr>
              <a:t>Reserved.</a:t>
            </a:r>
          </a:p>
        </p:txBody>
      </p:sp>
      <p:sp>
        <p:nvSpPr>
          <p:cNvPr id="14" name="テキスト ボックス 13">
            <a:extLst>
              <a:ext uri="{FF2B5EF4-FFF2-40B4-BE49-F238E27FC236}">
                <a16:creationId xmlns:a16="http://schemas.microsoft.com/office/drawing/2014/main" id="{5B9FB54D-625E-4FBA-AEA0-3EB3E0B8C20A}"/>
              </a:ext>
            </a:extLst>
          </p:cNvPr>
          <p:cNvSpPr txBox="1"/>
          <p:nvPr userDrawn="1"/>
        </p:nvSpPr>
        <p:spPr>
          <a:xfrm>
            <a:off x="739776" y="6122253"/>
            <a:ext cx="554532" cy="400238"/>
          </a:xfrm>
          <a:prstGeom prst="rect">
            <a:avLst/>
          </a:prstGeom>
          <a:noFill/>
        </p:spPr>
        <p:txBody>
          <a:bodyPr wrap="square" rtlCol="0">
            <a:spAutoFit/>
          </a:bodyPr>
          <a:lstStyle/>
          <a:p>
            <a:fld id="{7A5FB499-DB95-416D-BB8C-2100A0B44125}" type="slidenum">
              <a:rPr kumimoji="1" lang="en-US" altLang="ja-JP" sz="2001" baseline="0" smtClean="0">
                <a:solidFill>
                  <a:srgbClr val="003894"/>
                </a:solidFill>
                <a:latin typeface="Segoe UI Historic" panose="020B0502040204020203" pitchFamily="34" charset="0"/>
                <a:ea typeface="游ゴシック" panose="020B0400000000000000" pitchFamily="50" charset="-128"/>
              </a:rPr>
              <a:t>‹#›</a:t>
            </a:fld>
            <a:endParaRPr kumimoji="1" lang="en-US" altLang="ja-JP" sz="2001" baseline="0" dirty="0">
              <a:solidFill>
                <a:srgbClr val="003894"/>
              </a:solidFill>
              <a:latin typeface="Segoe UI Historic" panose="020B0502040204020203" pitchFamily="34" charset="0"/>
              <a:ea typeface="游ゴシック" panose="020B0400000000000000" pitchFamily="50" charset="-128"/>
            </a:endParaRPr>
          </a:p>
        </p:txBody>
      </p:sp>
    </p:spTree>
    <p:extLst>
      <p:ext uri="{BB962C8B-B14F-4D97-AF65-F5344CB8AC3E}">
        <p14:creationId xmlns:p14="http://schemas.microsoft.com/office/powerpoint/2010/main" val="262419670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hf sldNum="0" hdr="0" ftr="0" dt="0"/>
  <p:txStyles>
    <p:titleStyle>
      <a:lvl1pPr>
        <a:defRPr sz="4000">
          <a:latin typeface="+mj-lt"/>
          <a:ea typeface="+mj-ea"/>
          <a:cs typeface="+mj-cs"/>
        </a:defRPr>
      </a:lvl1pPr>
    </p:titleStyle>
    <p:bodyStyle>
      <a:lvl1pPr marL="0">
        <a:defRPr sz="4000">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ED25ECCA-1814-45A9-A0AA-A51CE98EE352}"/>
              </a:ext>
            </a:extLst>
          </p:cNvPr>
          <p:cNvGrpSpPr/>
          <p:nvPr userDrawn="1"/>
        </p:nvGrpSpPr>
        <p:grpSpPr>
          <a:xfrm>
            <a:off x="9758490" y="6084837"/>
            <a:ext cx="2049263" cy="494448"/>
            <a:chOff x="13451859" y="12177503"/>
            <a:chExt cx="4068457" cy="981710"/>
          </a:xfrm>
        </p:grpSpPr>
        <p:sp>
          <p:nvSpPr>
            <p:cNvPr id="17" name="object 5">
              <a:extLst>
                <a:ext uri="{FF2B5EF4-FFF2-40B4-BE49-F238E27FC236}">
                  <a16:creationId xmlns:a16="http://schemas.microsoft.com/office/drawing/2014/main" id="{C410248F-8DE3-4107-9F93-25A864F17FE4}"/>
                </a:ext>
              </a:extLst>
            </p:cNvPr>
            <p:cNvSpPr/>
            <p:nvPr/>
          </p:nvSpPr>
          <p:spPr>
            <a:xfrm>
              <a:off x="13451859" y="12177503"/>
              <a:ext cx="830580" cy="981710"/>
            </a:xfrm>
            <a:custGeom>
              <a:avLst/>
              <a:gdLst/>
              <a:ahLst/>
              <a:cxnLst/>
              <a:rect l="l" t="t" r="r" b="b"/>
              <a:pathLst>
                <a:path w="830580" h="981709">
                  <a:moveTo>
                    <a:pt x="490791" y="0"/>
                  </a:moveTo>
                  <a:lnTo>
                    <a:pt x="443523" y="2246"/>
                  </a:lnTo>
                  <a:lnTo>
                    <a:pt x="397526" y="8850"/>
                  </a:lnTo>
                  <a:lnTo>
                    <a:pt x="353006" y="19604"/>
                  </a:lnTo>
                  <a:lnTo>
                    <a:pt x="310170" y="34303"/>
                  </a:lnTo>
                  <a:lnTo>
                    <a:pt x="269222" y="52742"/>
                  </a:lnTo>
                  <a:lnTo>
                    <a:pt x="230368" y="74714"/>
                  </a:lnTo>
                  <a:lnTo>
                    <a:pt x="193814" y="100015"/>
                  </a:lnTo>
                  <a:lnTo>
                    <a:pt x="159765" y="128438"/>
                  </a:lnTo>
                  <a:lnTo>
                    <a:pt x="128427" y="159777"/>
                  </a:lnTo>
                  <a:lnTo>
                    <a:pt x="100006" y="193827"/>
                  </a:lnTo>
                  <a:lnTo>
                    <a:pt x="74708" y="230383"/>
                  </a:lnTo>
                  <a:lnTo>
                    <a:pt x="52737" y="269237"/>
                  </a:lnTo>
                  <a:lnTo>
                    <a:pt x="34300" y="310186"/>
                  </a:lnTo>
                  <a:lnTo>
                    <a:pt x="19602" y="353023"/>
                  </a:lnTo>
                  <a:lnTo>
                    <a:pt x="8849" y="397542"/>
                  </a:lnTo>
                  <a:lnTo>
                    <a:pt x="2246" y="443537"/>
                  </a:lnTo>
                  <a:lnTo>
                    <a:pt x="0" y="490804"/>
                  </a:lnTo>
                  <a:lnTo>
                    <a:pt x="2246" y="538072"/>
                  </a:lnTo>
                  <a:lnTo>
                    <a:pt x="8849" y="584069"/>
                  </a:lnTo>
                  <a:lnTo>
                    <a:pt x="19602" y="628589"/>
                  </a:lnTo>
                  <a:lnTo>
                    <a:pt x="34300" y="671427"/>
                  </a:lnTo>
                  <a:lnTo>
                    <a:pt x="52737" y="712376"/>
                  </a:lnTo>
                  <a:lnTo>
                    <a:pt x="74708" y="751231"/>
                  </a:lnTo>
                  <a:lnTo>
                    <a:pt x="100006" y="787786"/>
                  </a:lnTo>
                  <a:lnTo>
                    <a:pt x="128427" y="821835"/>
                  </a:lnTo>
                  <a:lnTo>
                    <a:pt x="159765" y="853174"/>
                  </a:lnTo>
                  <a:lnTo>
                    <a:pt x="193814" y="881596"/>
                  </a:lnTo>
                  <a:lnTo>
                    <a:pt x="230368" y="906896"/>
                  </a:lnTo>
                  <a:lnTo>
                    <a:pt x="269222" y="928868"/>
                  </a:lnTo>
                  <a:lnTo>
                    <a:pt x="310170" y="947306"/>
                  </a:lnTo>
                  <a:lnTo>
                    <a:pt x="353006" y="962004"/>
                  </a:lnTo>
                  <a:lnTo>
                    <a:pt x="397526" y="972758"/>
                  </a:lnTo>
                  <a:lnTo>
                    <a:pt x="443523" y="979361"/>
                  </a:lnTo>
                  <a:lnTo>
                    <a:pt x="490791" y="981608"/>
                  </a:lnTo>
                  <a:lnTo>
                    <a:pt x="539555" y="979211"/>
                  </a:lnTo>
                  <a:lnTo>
                    <a:pt x="586952" y="972173"/>
                  </a:lnTo>
                  <a:lnTo>
                    <a:pt x="632757" y="960722"/>
                  </a:lnTo>
                  <a:lnTo>
                    <a:pt x="676746" y="945087"/>
                  </a:lnTo>
                  <a:lnTo>
                    <a:pt x="718695" y="925497"/>
                  </a:lnTo>
                  <a:lnTo>
                    <a:pt x="758380" y="902178"/>
                  </a:lnTo>
                  <a:lnTo>
                    <a:pt x="795576" y="875361"/>
                  </a:lnTo>
                  <a:lnTo>
                    <a:pt x="830059" y="845273"/>
                  </a:lnTo>
                  <a:lnTo>
                    <a:pt x="796750" y="810108"/>
                  </a:lnTo>
                  <a:lnTo>
                    <a:pt x="767005" y="771798"/>
                  </a:lnTo>
                  <a:lnTo>
                    <a:pt x="741093" y="730609"/>
                  </a:lnTo>
                  <a:lnTo>
                    <a:pt x="719285" y="686808"/>
                  </a:lnTo>
                  <a:lnTo>
                    <a:pt x="701852" y="640660"/>
                  </a:lnTo>
                  <a:lnTo>
                    <a:pt x="689064" y="592433"/>
                  </a:lnTo>
                  <a:lnTo>
                    <a:pt x="681193" y="542392"/>
                  </a:lnTo>
                  <a:lnTo>
                    <a:pt x="678510" y="490804"/>
                  </a:lnTo>
                  <a:lnTo>
                    <a:pt x="679280" y="463486"/>
                  </a:lnTo>
                  <a:lnTo>
                    <a:pt x="681545" y="436570"/>
                  </a:lnTo>
                  <a:lnTo>
                    <a:pt x="685239" y="410085"/>
                  </a:lnTo>
                  <a:lnTo>
                    <a:pt x="690295" y="384060"/>
                  </a:lnTo>
                  <a:lnTo>
                    <a:pt x="385660" y="384060"/>
                  </a:lnTo>
                  <a:lnTo>
                    <a:pt x="385660" y="597560"/>
                  </a:lnTo>
                  <a:lnTo>
                    <a:pt x="528443" y="597920"/>
                  </a:lnTo>
                  <a:lnTo>
                    <a:pt x="551688" y="598401"/>
                  </a:lnTo>
                  <a:lnTo>
                    <a:pt x="596122" y="605021"/>
                  </a:lnTo>
                  <a:lnTo>
                    <a:pt x="632609" y="634466"/>
                  </a:lnTo>
                  <a:lnTo>
                    <a:pt x="644446" y="675703"/>
                  </a:lnTo>
                  <a:lnTo>
                    <a:pt x="632147" y="716269"/>
                  </a:lnTo>
                  <a:lnTo>
                    <a:pt x="601255" y="743210"/>
                  </a:lnTo>
                  <a:lnTo>
                    <a:pt x="560232" y="758468"/>
                  </a:lnTo>
                  <a:lnTo>
                    <a:pt x="514527" y="766295"/>
                  </a:lnTo>
                  <a:lnTo>
                    <a:pt x="490791" y="767308"/>
                  </a:lnTo>
                  <a:lnTo>
                    <a:pt x="441090" y="762854"/>
                  </a:lnTo>
                  <a:lnTo>
                    <a:pt x="394311" y="750010"/>
                  </a:lnTo>
                  <a:lnTo>
                    <a:pt x="351236" y="729559"/>
                  </a:lnTo>
                  <a:lnTo>
                    <a:pt x="312645" y="702280"/>
                  </a:lnTo>
                  <a:lnTo>
                    <a:pt x="279318" y="668955"/>
                  </a:lnTo>
                  <a:lnTo>
                    <a:pt x="252039" y="630364"/>
                  </a:lnTo>
                  <a:lnTo>
                    <a:pt x="231586" y="587288"/>
                  </a:lnTo>
                  <a:lnTo>
                    <a:pt x="218742" y="540508"/>
                  </a:lnTo>
                  <a:lnTo>
                    <a:pt x="214287" y="490804"/>
                  </a:lnTo>
                  <a:lnTo>
                    <a:pt x="218742" y="441099"/>
                  </a:lnTo>
                  <a:lnTo>
                    <a:pt x="231586" y="394319"/>
                  </a:lnTo>
                  <a:lnTo>
                    <a:pt x="252039" y="351243"/>
                  </a:lnTo>
                  <a:lnTo>
                    <a:pt x="279318" y="312652"/>
                  </a:lnTo>
                  <a:lnTo>
                    <a:pt x="312645" y="279327"/>
                  </a:lnTo>
                  <a:lnTo>
                    <a:pt x="351236" y="252048"/>
                  </a:lnTo>
                  <a:lnTo>
                    <a:pt x="394311" y="231597"/>
                  </a:lnTo>
                  <a:lnTo>
                    <a:pt x="441090" y="218754"/>
                  </a:lnTo>
                  <a:lnTo>
                    <a:pt x="490791" y="214299"/>
                  </a:lnTo>
                  <a:lnTo>
                    <a:pt x="542626" y="219156"/>
                  </a:lnTo>
                  <a:lnTo>
                    <a:pt x="591227" y="233131"/>
                  </a:lnTo>
                  <a:lnTo>
                    <a:pt x="635710" y="255329"/>
                  </a:lnTo>
                  <a:lnTo>
                    <a:pt x="675191" y="284855"/>
                  </a:lnTo>
                  <a:lnTo>
                    <a:pt x="708786" y="320814"/>
                  </a:lnTo>
                  <a:lnTo>
                    <a:pt x="731232" y="269388"/>
                  </a:lnTo>
                  <a:lnTo>
                    <a:pt x="759202" y="221246"/>
                  </a:lnTo>
                  <a:lnTo>
                    <a:pt x="792283" y="176771"/>
                  </a:lnTo>
                  <a:lnTo>
                    <a:pt x="830059" y="136347"/>
                  </a:lnTo>
                  <a:lnTo>
                    <a:pt x="795576" y="106255"/>
                  </a:lnTo>
                  <a:lnTo>
                    <a:pt x="758380" y="79434"/>
                  </a:lnTo>
                  <a:lnTo>
                    <a:pt x="718695" y="56114"/>
                  </a:lnTo>
                  <a:lnTo>
                    <a:pt x="676746" y="36522"/>
                  </a:lnTo>
                  <a:lnTo>
                    <a:pt x="632757" y="20886"/>
                  </a:lnTo>
                  <a:lnTo>
                    <a:pt x="586952" y="9434"/>
                  </a:lnTo>
                  <a:lnTo>
                    <a:pt x="539555" y="2396"/>
                  </a:lnTo>
                  <a:lnTo>
                    <a:pt x="490791" y="0"/>
                  </a:lnTo>
                  <a:close/>
                </a:path>
              </a:pathLst>
            </a:custGeom>
            <a:solidFill>
              <a:srgbClr val="003894"/>
            </a:solidFill>
          </p:spPr>
          <p:txBody>
            <a:bodyPr wrap="square" lIns="0" tIns="0" rIns="0" bIns="0" rtlCol="0"/>
            <a:lstStyle/>
            <a:p>
              <a:endParaRPr dirty="0"/>
            </a:p>
          </p:txBody>
        </p:sp>
        <p:sp>
          <p:nvSpPr>
            <p:cNvPr id="18" name="object 6">
              <a:extLst>
                <a:ext uri="{FF2B5EF4-FFF2-40B4-BE49-F238E27FC236}">
                  <a16:creationId xmlns:a16="http://schemas.microsoft.com/office/drawing/2014/main" id="{187A1C1A-EA2C-4B93-89F1-A1A5CA6F26A2}"/>
                </a:ext>
              </a:extLst>
            </p:cNvPr>
            <p:cNvSpPr/>
            <p:nvPr/>
          </p:nvSpPr>
          <p:spPr>
            <a:xfrm>
              <a:off x="14480068" y="12527207"/>
              <a:ext cx="282575" cy="282575"/>
            </a:xfrm>
            <a:custGeom>
              <a:avLst/>
              <a:gdLst/>
              <a:ahLst/>
              <a:cxnLst/>
              <a:rect l="l" t="t" r="r" b="b"/>
              <a:pathLst>
                <a:path w="282575" h="282575">
                  <a:moveTo>
                    <a:pt x="141109" y="0"/>
                  </a:moveTo>
                  <a:lnTo>
                    <a:pt x="96510" y="7193"/>
                  </a:lnTo>
                  <a:lnTo>
                    <a:pt x="57774" y="27223"/>
                  </a:lnTo>
                  <a:lnTo>
                    <a:pt x="27227" y="57766"/>
                  </a:lnTo>
                  <a:lnTo>
                    <a:pt x="7194" y="96498"/>
                  </a:lnTo>
                  <a:lnTo>
                    <a:pt x="0" y="141096"/>
                  </a:lnTo>
                  <a:lnTo>
                    <a:pt x="7194" y="185701"/>
                  </a:lnTo>
                  <a:lnTo>
                    <a:pt x="27227" y="224437"/>
                  </a:lnTo>
                  <a:lnTo>
                    <a:pt x="57774" y="254982"/>
                  </a:lnTo>
                  <a:lnTo>
                    <a:pt x="96510" y="275013"/>
                  </a:lnTo>
                  <a:lnTo>
                    <a:pt x="141109" y="282206"/>
                  </a:lnTo>
                  <a:lnTo>
                    <a:pt x="185709" y="275013"/>
                  </a:lnTo>
                  <a:lnTo>
                    <a:pt x="224444" y="254982"/>
                  </a:lnTo>
                  <a:lnTo>
                    <a:pt x="254991" y="224437"/>
                  </a:lnTo>
                  <a:lnTo>
                    <a:pt x="275025" y="185701"/>
                  </a:lnTo>
                  <a:lnTo>
                    <a:pt x="282219" y="141096"/>
                  </a:lnTo>
                  <a:lnTo>
                    <a:pt x="275025" y="96498"/>
                  </a:lnTo>
                  <a:lnTo>
                    <a:pt x="254991" y="57766"/>
                  </a:lnTo>
                  <a:lnTo>
                    <a:pt x="224444" y="27223"/>
                  </a:lnTo>
                  <a:lnTo>
                    <a:pt x="185709" y="7193"/>
                  </a:lnTo>
                  <a:lnTo>
                    <a:pt x="141109" y="0"/>
                  </a:lnTo>
                  <a:close/>
                </a:path>
              </a:pathLst>
            </a:custGeom>
            <a:solidFill>
              <a:srgbClr val="E60012"/>
            </a:solidFill>
          </p:spPr>
          <p:txBody>
            <a:bodyPr wrap="square" lIns="0" tIns="0" rIns="0" bIns="0" rtlCol="0"/>
            <a:lstStyle/>
            <a:p>
              <a:endParaRPr dirty="0"/>
            </a:p>
          </p:txBody>
        </p:sp>
        <p:sp>
          <p:nvSpPr>
            <p:cNvPr id="19" name="object 7">
              <a:extLst>
                <a:ext uri="{FF2B5EF4-FFF2-40B4-BE49-F238E27FC236}">
                  <a16:creationId xmlns:a16="http://schemas.microsoft.com/office/drawing/2014/main" id="{7AC8EC5D-3A94-4235-AB2C-311F2938FA7F}"/>
                </a:ext>
              </a:extLst>
            </p:cNvPr>
            <p:cNvSpPr/>
            <p:nvPr/>
          </p:nvSpPr>
          <p:spPr>
            <a:xfrm>
              <a:off x="15852168" y="12498268"/>
              <a:ext cx="300990" cy="340360"/>
            </a:xfrm>
            <a:custGeom>
              <a:avLst/>
              <a:gdLst/>
              <a:ahLst/>
              <a:cxnLst/>
              <a:rect l="l" t="t" r="r" b="b"/>
              <a:pathLst>
                <a:path w="300990" h="340359">
                  <a:moveTo>
                    <a:pt x="295744" y="0"/>
                  </a:moveTo>
                  <a:lnTo>
                    <a:pt x="289369" y="0"/>
                  </a:lnTo>
                  <a:lnTo>
                    <a:pt x="224840" y="0"/>
                  </a:lnTo>
                  <a:lnTo>
                    <a:pt x="219671" y="5168"/>
                  </a:lnTo>
                  <a:lnTo>
                    <a:pt x="219671" y="202260"/>
                  </a:lnTo>
                  <a:lnTo>
                    <a:pt x="216954" y="203022"/>
                  </a:lnTo>
                  <a:lnTo>
                    <a:pt x="92875" y="3441"/>
                  </a:lnTo>
                  <a:lnTo>
                    <a:pt x="86690" y="0"/>
                  </a:lnTo>
                  <a:lnTo>
                    <a:pt x="5168" y="0"/>
                  </a:lnTo>
                  <a:lnTo>
                    <a:pt x="0" y="5168"/>
                  </a:lnTo>
                  <a:lnTo>
                    <a:pt x="0" y="334759"/>
                  </a:lnTo>
                  <a:lnTo>
                    <a:pt x="5168" y="339940"/>
                  </a:lnTo>
                  <a:lnTo>
                    <a:pt x="76060" y="339940"/>
                  </a:lnTo>
                  <a:lnTo>
                    <a:pt x="81229" y="334759"/>
                  </a:lnTo>
                  <a:lnTo>
                    <a:pt x="81229" y="133172"/>
                  </a:lnTo>
                  <a:lnTo>
                    <a:pt x="83947" y="132397"/>
                  </a:lnTo>
                  <a:lnTo>
                    <a:pt x="210261" y="335699"/>
                  </a:lnTo>
                  <a:lnTo>
                    <a:pt x="216369" y="339115"/>
                  </a:lnTo>
                  <a:lnTo>
                    <a:pt x="295681" y="339890"/>
                  </a:lnTo>
                  <a:lnTo>
                    <a:pt x="300913" y="334695"/>
                  </a:lnTo>
                  <a:lnTo>
                    <a:pt x="300913" y="5168"/>
                  </a:lnTo>
                  <a:lnTo>
                    <a:pt x="295744" y="0"/>
                  </a:lnTo>
                  <a:close/>
                </a:path>
              </a:pathLst>
            </a:custGeom>
            <a:solidFill>
              <a:srgbClr val="595757"/>
            </a:solidFill>
          </p:spPr>
          <p:txBody>
            <a:bodyPr wrap="square" lIns="0" tIns="0" rIns="0" bIns="0" rtlCol="0"/>
            <a:lstStyle/>
            <a:p>
              <a:endParaRPr dirty="0"/>
            </a:p>
          </p:txBody>
        </p:sp>
        <p:sp>
          <p:nvSpPr>
            <p:cNvPr id="26" name="object 8">
              <a:extLst>
                <a:ext uri="{FF2B5EF4-FFF2-40B4-BE49-F238E27FC236}">
                  <a16:creationId xmlns:a16="http://schemas.microsoft.com/office/drawing/2014/main" id="{A80C79B1-FF1C-442B-88E4-4570F60F77E4}"/>
                </a:ext>
              </a:extLst>
            </p:cNvPr>
            <p:cNvSpPr/>
            <p:nvPr/>
          </p:nvSpPr>
          <p:spPr>
            <a:xfrm>
              <a:off x="15508909" y="12498262"/>
              <a:ext cx="260350" cy="340360"/>
            </a:xfrm>
            <a:custGeom>
              <a:avLst/>
              <a:gdLst/>
              <a:ahLst/>
              <a:cxnLst/>
              <a:rect l="l" t="t" r="r" b="b"/>
              <a:pathLst>
                <a:path w="260350" h="340359">
                  <a:moveTo>
                    <a:pt x="250977"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close/>
                </a:path>
              </a:pathLst>
            </a:custGeom>
            <a:solidFill>
              <a:srgbClr val="595757"/>
            </a:solidFill>
          </p:spPr>
          <p:txBody>
            <a:bodyPr wrap="square" lIns="0" tIns="0" rIns="0" bIns="0" rtlCol="0"/>
            <a:lstStyle/>
            <a:p>
              <a:endParaRPr dirty="0"/>
            </a:p>
          </p:txBody>
        </p:sp>
        <p:sp>
          <p:nvSpPr>
            <p:cNvPr id="27" name="object 9">
              <a:extLst>
                <a:ext uri="{FF2B5EF4-FFF2-40B4-BE49-F238E27FC236}">
                  <a16:creationId xmlns:a16="http://schemas.microsoft.com/office/drawing/2014/main" id="{07C87C8E-2EDC-4F33-81F6-57A615A74EBC}"/>
                </a:ext>
              </a:extLst>
            </p:cNvPr>
            <p:cNvSpPr/>
            <p:nvPr/>
          </p:nvSpPr>
          <p:spPr>
            <a:xfrm>
              <a:off x="16259519" y="12498272"/>
              <a:ext cx="560070" cy="340360"/>
            </a:xfrm>
            <a:custGeom>
              <a:avLst/>
              <a:gdLst/>
              <a:ahLst/>
              <a:cxnLst/>
              <a:rect l="l" t="t" r="r" b="b"/>
              <a:pathLst>
                <a:path w="560069" h="340359">
                  <a:moveTo>
                    <a:pt x="260273" y="266534"/>
                  </a:move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lnTo>
                    <a:pt x="5168" y="0"/>
                  </a:lnTo>
                  <a:lnTo>
                    <a:pt x="0" y="5181"/>
                  </a:lnTo>
                  <a:lnTo>
                    <a:pt x="0" y="334772"/>
                  </a:lnTo>
                  <a:lnTo>
                    <a:pt x="5168" y="339940"/>
                  </a:lnTo>
                  <a:lnTo>
                    <a:pt x="11557" y="339940"/>
                  </a:lnTo>
                  <a:lnTo>
                    <a:pt x="255104" y="339940"/>
                  </a:lnTo>
                  <a:lnTo>
                    <a:pt x="260273" y="334772"/>
                  </a:lnTo>
                  <a:lnTo>
                    <a:pt x="260273" y="266534"/>
                  </a:lnTo>
                  <a:close/>
                </a:path>
                <a:path w="560069" h="340359">
                  <a:moveTo>
                    <a:pt x="559739" y="5181"/>
                  </a:moveTo>
                  <a:lnTo>
                    <a:pt x="554570" y="12"/>
                  </a:lnTo>
                  <a:lnTo>
                    <a:pt x="301142" y="12"/>
                  </a:lnTo>
                  <a:lnTo>
                    <a:pt x="295973" y="5181"/>
                  </a:lnTo>
                  <a:lnTo>
                    <a:pt x="295973" y="73418"/>
                  </a:lnTo>
                  <a:lnTo>
                    <a:pt x="301142" y="78600"/>
                  </a:lnTo>
                  <a:lnTo>
                    <a:pt x="307530" y="78600"/>
                  </a:lnTo>
                  <a:lnTo>
                    <a:pt x="385381" y="78600"/>
                  </a:lnTo>
                  <a:lnTo>
                    <a:pt x="387223" y="80441"/>
                  </a:lnTo>
                  <a:lnTo>
                    <a:pt x="387223" y="334772"/>
                  </a:lnTo>
                  <a:lnTo>
                    <a:pt x="392404" y="339940"/>
                  </a:lnTo>
                  <a:lnTo>
                    <a:pt x="463308" y="339940"/>
                  </a:lnTo>
                  <a:lnTo>
                    <a:pt x="468477" y="334772"/>
                  </a:lnTo>
                  <a:lnTo>
                    <a:pt x="468477" y="80441"/>
                  </a:lnTo>
                  <a:lnTo>
                    <a:pt x="470319" y="78600"/>
                  </a:lnTo>
                  <a:lnTo>
                    <a:pt x="554570" y="78600"/>
                  </a:lnTo>
                  <a:lnTo>
                    <a:pt x="559739" y="73418"/>
                  </a:lnTo>
                  <a:lnTo>
                    <a:pt x="559739" y="5181"/>
                  </a:lnTo>
                  <a:close/>
                </a:path>
              </a:pathLst>
            </a:custGeom>
            <a:solidFill>
              <a:srgbClr val="595757"/>
            </a:solidFill>
          </p:spPr>
          <p:txBody>
            <a:bodyPr wrap="square" lIns="0" tIns="0" rIns="0" bIns="0" rtlCol="0"/>
            <a:lstStyle/>
            <a:p>
              <a:endParaRPr dirty="0"/>
            </a:p>
          </p:txBody>
        </p:sp>
        <p:sp>
          <p:nvSpPr>
            <p:cNvPr id="28" name="object 10">
              <a:extLst>
                <a:ext uri="{FF2B5EF4-FFF2-40B4-BE49-F238E27FC236}">
                  <a16:creationId xmlns:a16="http://schemas.microsoft.com/office/drawing/2014/main" id="{685E8F03-8573-4383-B953-97C35094808E}"/>
                </a:ext>
              </a:extLst>
            </p:cNvPr>
            <p:cNvSpPr/>
            <p:nvPr/>
          </p:nvSpPr>
          <p:spPr>
            <a:xfrm>
              <a:off x="16866630" y="12498262"/>
              <a:ext cx="260350" cy="340360"/>
            </a:xfrm>
            <a:custGeom>
              <a:avLst/>
              <a:gdLst/>
              <a:ahLst/>
              <a:cxnLst/>
              <a:rect l="l" t="t" r="r" b="b"/>
              <a:pathLst>
                <a:path w="260350" h="340359">
                  <a:moveTo>
                    <a:pt x="250990"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54" y="259511"/>
                  </a:lnTo>
                  <a:lnTo>
                    <a:pt x="81254" y="208089"/>
                  </a:lnTo>
                  <a:lnTo>
                    <a:pt x="83096" y="206248"/>
                  </a:lnTo>
                  <a:lnTo>
                    <a:pt x="232791" y="206248"/>
                  </a:lnTo>
                  <a:lnTo>
                    <a:pt x="237959" y="201066"/>
                  </a:lnTo>
                  <a:lnTo>
                    <a:pt x="237959" y="134899"/>
                  </a:lnTo>
                  <a:lnTo>
                    <a:pt x="232791" y="129730"/>
                  </a:lnTo>
                  <a:lnTo>
                    <a:pt x="83096" y="129730"/>
                  </a:lnTo>
                  <a:lnTo>
                    <a:pt x="81254" y="127889"/>
                  </a:lnTo>
                  <a:lnTo>
                    <a:pt x="81254" y="80429"/>
                  </a:lnTo>
                  <a:lnTo>
                    <a:pt x="83096" y="78600"/>
                  </a:lnTo>
                  <a:lnTo>
                    <a:pt x="250990" y="78600"/>
                  </a:lnTo>
                  <a:lnTo>
                    <a:pt x="256159" y="73418"/>
                  </a:lnTo>
                  <a:lnTo>
                    <a:pt x="256159" y="5181"/>
                  </a:lnTo>
                  <a:lnTo>
                    <a:pt x="250990" y="0"/>
                  </a:lnTo>
                  <a:close/>
                </a:path>
              </a:pathLst>
            </a:custGeom>
            <a:solidFill>
              <a:srgbClr val="595757"/>
            </a:solidFill>
          </p:spPr>
          <p:txBody>
            <a:bodyPr wrap="square" lIns="0" tIns="0" rIns="0" bIns="0" rtlCol="0"/>
            <a:lstStyle/>
            <a:p>
              <a:endParaRPr dirty="0"/>
            </a:p>
          </p:txBody>
        </p:sp>
        <p:sp>
          <p:nvSpPr>
            <p:cNvPr id="29" name="object 11">
              <a:extLst>
                <a:ext uri="{FF2B5EF4-FFF2-40B4-BE49-F238E27FC236}">
                  <a16:creationId xmlns:a16="http://schemas.microsoft.com/office/drawing/2014/main" id="{3844796F-4740-45AB-BD96-7B12DEBAFE0B}"/>
                </a:ext>
              </a:extLst>
            </p:cNvPr>
            <p:cNvSpPr/>
            <p:nvPr/>
          </p:nvSpPr>
          <p:spPr>
            <a:xfrm>
              <a:off x="17175511" y="12485423"/>
              <a:ext cx="344805" cy="365760"/>
            </a:xfrm>
            <a:custGeom>
              <a:avLst/>
              <a:gdLst/>
              <a:ahLst/>
              <a:cxnLst/>
              <a:rect l="l" t="t" r="r" b="b"/>
              <a:pathLst>
                <a:path w="344805" h="365759">
                  <a:moveTo>
                    <a:pt x="182689" y="0"/>
                  </a:moveTo>
                  <a:lnTo>
                    <a:pt x="138415" y="5295"/>
                  </a:lnTo>
                  <a:lnTo>
                    <a:pt x="95983" y="21008"/>
                  </a:lnTo>
                  <a:lnTo>
                    <a:pt x="58159" y="46877"/>
                  </a:lnTo>
                  <a:lnTo>
                    <a:pt x="27709" y="82640"/>
                  </a:lnTo>
                  <a:lnTo>
                    <a:pt x="7401" y="128036"/>
                  </a:lnTo>
                  <a:lnTo>
                    <a:pt x="0" y="182803"/>
                  </a:lnTo>
                  <a:lnTo>
                    <a:pt x="7401" y="237652"/>
                  </a:lnTo>
                  <a:lnTo>
                    <a:pt x="27709" y="283052"/>
                  </a:lnTo>
                  <a:lnTo>
                    <a:pt x="58159" y="318817"/>
                  </a:lnTo>
                  <a:lnTo>
                    <a:pt x="95983" y="344687"/>
                  </a:lnTo>
                  <a:lnTo>
                    <a:pt x="138415" y="360400"/>
                  </a:lnTo>
                  <a:lnTo>
                    <a:pt x="182689" y="365696"/>
                  </a:lnTo>
                  <a:lnTo>
                    <a:pt x="233626" y="358755"/>
                  </a:lnTo>
                  <a:lnTo>
                    <a:pt x="278793" y="339090"/>
                  </a:lnTo>
                  <a:lnTo>
                    <a:pt x="315602" y="308432"/>
                  </a:lnTo>
                  <a:lnTo>
                    <a:pt x="341464" y="268516"/>
                  </a:lnTo>
                  <a:lnTo>
                    <a:pt x="344360" y="261988"/>
                  </a:lnTo>
                  <a:lnTo>
                    <a:pt x="341287" y="254330"/>
                  </a:lnTo>
                  <a:lnTo>
                    <a:pt x="279844" y="230035"/>
                  </a:lnTo>
                  <a:lnTo>
                    <a:pt x="274345" y="227863"/>
                  </a:lnTo>
                  <a:lnTo>
                    <a:pt x="267982" y="230060"/>
                  </a:lnTo>
                  <a:lnTo>
                    <a:pt x="265252" y="235305"/>
                  </a:lnTo>
                  <a:lnTo>
                    <a:pt x="250682" y="256473"/>
                  </a:lnTo>
                  <a:lnTo>
                    <a:pt x="232268" y="271356"/>
                  </a:lnTo>
                  <a:lnTo>
                    <a:pt x="209718" y="280145"/>
                  </a:lnTo>
                  <a:lnTo>
                    <a:pt x="182740" y="283032"/>
                  </a:lnTo>
                  <a:lnTo>
                    <a:pt x="153110" y="277712"/>
                  </a:lnTo>
                  <a:lnTo>
                    <a:pt x="123561" y="260497"/>
                  </a:lnTo>
                  <a:lnTo>
                    <a:pt x="100865" y="229502"/>
                  </a:lnTo>
                  <a:lnTo>
                    <a:pt x="91795" y="182841"/>
                  </a:lnTo>
                  <a:lnTo>
                    <a:pt x="100865" y="136183"/>
                  </a:lnTo>
                  <a:lnTo>
                    <a:pt x="123561" y="105192"/>
                  </a:lnTo>
                  <a:lnTo>
                    <a:pt x="153110" y="87981"/>
                  </a:lnTo>
                  <a:lnTo>
                    <a:pt x="182740" y="82664"/>
                  </a:lnTo>
                  <a:lnTo>
                    <a:pt x="209718" y="85551"/>
                  </a:lnTo>
                  <a:lnTo>
                    <a:pt x="232268" y="94338"/>
                  </a:lnTo>
                  <a:lnTo>
                    <a:pt x="250682" y="109217"/>
                  </a:lnTo>
                  <a:lnTo>
                    <a:pt x="265252" y="130378"/>
                  </a:lnTo>
                  <a:lnTo>
                    <a:pt x="267982" y="135623"/>
                  </a:lnTo>
                  <a:lnTo>
                    <a:pt x="274345" y="137820"/>
                  </a:lnTo>
                  <a:lnTo>
                    <a:pt x="341287" y="111353"/>
                  </a:lnTo>
                  <a:lnTo>
                    <a:pt x="344360" y="103708"/>
                  </a:lnTo>
                  <a:lnTo>
                    <a:pt x="341464" y="97167"/>
                  </a:lnTo>
                  <a:lnTo>
                    <a:pt x="315602" y="57253"/>
                  </a:lnTo>
                  <a:lnTo>
                    <a:pt x="278793" y="26600"/>
                  </a:lnTo>
                  <a:lnTo>
                    <a:pt x="233626" y="6938"/>
                  </a:lnTo>
                  <a:lnTo>
                    <a:pt x="182689" y="0"/>
                  </a:lnTo>
                  <a:close/>
                </a:path>
              </a:pathLst>
            </a:custGeom>
            <a:solidFill>
              <a:srgbClr val="595757"/>
            </a:solidFill>
          </p:spPr>
          <p:txBody>
            <a:bodyPr wrap="square" lIns="0" tIns="0" rIns="0" bIns="0" rtlCol="0"/>
            <a:lstStyle/>
            <a:p>
              <a:endParaRPr dirty="0"/>
            </a:p>
          </p:txBody>
        </p:sp>
        <p:sp>
          <p:nvSpPr>
            <p:cNvPr id="30" name="object 12">
              <a:extLst>
                <a:ext uri="{FF2B5EF4-FFF2-40B4-BE49-F238E27FC236}">
                  <a16:creationId xmlns:a16="http://schemas.microsoft.com/office/drawing/2014/main" id="{7A53D38B-4F30-4D8F-995F-7125E3DAF04B}"/>
                </a:ext>
              </a:extLst>
            </p:cNvPr>
            <p:cNvSpPr/>
            <p:nvPr/>
          </p:nvSpPr>
          <p:spPr>
            <a:xfrm>
              <a:off x="15087434" y="12485414"/>
              <a:ext cx="335915" cy="366395"/>
            </a:xfrm>
            <a:custGeom>
              <a:avLst/>
              <a:gdLst/>
              <a:ahLst/>
              <a:cxnLst/>
              <a:rect l="l" t="t" r="r" b="b"/>
              <a:pathLst>
                <a:path w="335915" h="366395">
                  <a:moveTo>
                    <a:pt x="182689" y="0"/>
                  </a:moveTo>
                  <a:lnTo>
                    <a:pt x="138412" y="5297"/>
                  </a:lnTo>
                  <a:lnTo>
                    <a:pt x="95972" y="21017"/>
                  </a:lnTo>
                  <a:lnTo>
                    <a:pt x="58140" y="46897"/>
                  </a:lnTo>
                  <a:lnTo>
                    <a:pt x="27687" y="82677"/>
                  </a:lnTo>
                  <a:lnTo>
                    <a:pt x="7383" y="128096"/>
                  </a:lnTo>
                  <a:lnTo>
                    <a:pt x="0" y="182892"/>
                  </a:lnTo>
                  <a:lnTo>
                    <a:pt x="7885" y="237063"/>
                  </a:lnTo>
                  <a:lnTo>
                    <a:pt x="29449" y="282327"/>
                  </a:lnTo>
                  <a:lnTo>
                    <a:pt x="61550" y="318265"/>
                  </a:lnTo>
                  <a:lnTo>
                    <a:pt x="101046" y="344455"/>
                  </a:lnTo>
                  <a:lnTo>
                    <a:pt x="144797" y="360478"/>
                  </a:lnTo>
                  <a:lnTo>
                    <a:pt x="189661" y="365912"/>
                  </a:lnTo>
                  <a:lnTo>
                    <a:pt x="228746" y="363432"/>
                  </a:lnTo>
                  <a:lnTo>
                    <a:pt x="298028" y="343714"/>
                  </a:lnTo>
                  <a:lnTo>
                    <a:pt x="332663" y="322961"/>
                  </a:lnTo>
                  <a:lnTo>
                    <a:pt x="335635" y="317080"/>
                  </a:lnTo>
                  <a:lnTo>
                    <a:pt x="335622" y="161302"/>
                  </a:lnTo>
                  <a:lnTo>
                    <a:pt x="202145" y="156121"/>
                  </a:lnTo>
                  <a:lnTo>
                    <a:pt x="196976" y="227469"/>
                  </a:lnTo>
                  <a:lnTo>
                    <a:pt x="252552" y="232638"/>
                  </a:lnTo>
                  <a:lnTo>
                    <a:pt x="254393" y="234467"/>
                  </a:lnTo>
                  <a:lnTo>
                    <a:pt x="252298" y="272872"/>
                  </a:lnTo>
                  <a:lnTo>
                    <a:pt x="203089" y="283095"/>
                  </a:lnTo>
                  <a:lnTo>
                    <a:pt x="183121" y="283044"/>
                  </a:lnTo>
                  <a:lnTo>
                    <a:pt x="154542" y="277662"/>
                  </a:lnTo>
                  <a:lnTo>
                    <a:pt x="124744" y="261229"/>
                  </a:lnTo>
                  <a:lnTo>
                    <a:pt x="101305" y="230656"/>
                  </a:lnTo>
                  <a:lnTo>
                    <a:pt x="91808" y="182854"/>
                  </a:lnTo>
                  <a:lnTo>
                    <a:pt x="100876" y="136194"/>
                  </a:lnTo>
                  <a:lnTo>
                    <a:pt x="123567" y="105198"/>
                  </a:lnTo>
                  <a:lnTo>
                    <a:pt x="153112" y="87983"/>
                  </a:lnTo>
                  <a:lnTo>
                    <a:pt x="182740" y="82664"/>
                  </a:lnTo>
                  <a:lnTo>
                    <a:pt x="205114" y="84609"/>
                  </a:lnTo>
                  <a:lnTo>
                    <a:pt x="224482" y="90501"/>
                  </a:lnTo>
                  <a:lnTo>
                    <a:pt x="241015" y="100425"/>
                  </a:lnTo>
                  <a:lnTo>
                    <a:pt x="254888" y="114465"/>
                  </a:lnTo>
                  <a:lnTo>
                    <a:pt x="258711" y="119367"/>
                  </a:lnTo>
                  <a:lnTo>
                    <a:pt x="265760" y="120294"/>
                  </a:lnTo>
                  <a:lnTo>
                    <a:pt x="324269" y="77190"/>
                  </a:lnTo>
                  <a:lnTo>
                    <a:pt x="325246" y="68986"/>
                  </a:lnTo>
                  <a:lnTo>
                    <a:pt x="320751" y="63411"/>
                  </a:lnTo>
                  <a:lnTo>
                    <a:pt x="293735" y="36968"/>
                  </a:lnTo>
                  <a:lnTo>
                    <a:pt x="260864" y="17008"/>
                  </a:lnTo>
                  <a:lnTo>
                    <a:pt x="223421" y="4396"/>
                  </a:lnTo>
                  <a:lnTo>
                    <a:pt x="182689" y="0"/>
                  </a:lnTo>
                  <a:close/>
                </a:path>
              </a:pathLst>
            </a:custGeom>
            <a:solidFill>
              <a:srgbClr val="595757"/>
            </a:solidFill>
          </p:spPr>
          <p:txBody>
            <a:bodyPr wrap="square" lIns="0" tIns="0" rIns="0" bIns="0" rtlCol="0"/>
            <a:lstStyle/>
            <a:p>
              <a:endParaRPr dirty="0"/>
            </a:p>
          </p:txBody>
        </p:sp>
      </p:grpSp>
      <p:sp>
        <p:nvSpPr>
          <p:cNvPr id="16" name="bg object 16"/>
          <p:cNvSpPr/>
          <p:nvPr/>
        </p:nvSpPr>
        <p:spPr>
          <a:xfrm>
            <a:off x="0" y="0"/>
            <a:ext cx="12192000" cy="6857615"/>
          </a:xfrm>
          <a:custGeom>
            <a:avLst/>
            <a:gdLst/>
            <a:ahLst/>
            <a:cxnLst/>
            <a:rect l="l" t="t" r="r" b="b"/>
            <a:pathLst>
              <a:path w="20104100" h="11308715">
                <a:moveTo>
                  <a:pt x="0" y="0"/>
                </a:moveTo>
                <a:lnTo>
                  <a:pt x="20104099" y="0"/>
                </a:lnTo>
                <a:lnTo>
                  <a:pt x="20104099" y="11308556"/>
                </a:lnTo>
                <a:lnTo>
                  <a:pt x="0" y="11308556"/>
                </a:lnTo>
                <a:lnTo>
                  <a:pt x="0" y="0"/>
                </a:lnTo>
                <a:close/>
              </a:path>
            </a:pathLst>
          </a:custGeom>
          <a:ln w="3175">
            <a:solidFill>
              <a:srgbClr val="221714"/>
            </a:solidFill>
          </a:ln>
        </p:spPr>
        <p:txBody>
          <a:bodyPr wrap="square" lIns="0" tIns="0" rIns="0" bIns="0" rtlCol="0"/>
          <a:lstStyle/>
          <a:p>
            <a:endParaRPr dirty="0"/>
          </a:p>
        </p:txBody>
      </p:sp>
      <p:sp>
        <p:nvSpPr>
          <p:cNvPr id="10" name="object 2">
            <a:extLst>
              <a:ext uri="{FF2B5EF4-FFF2-40B4-BE49-F238E27FC236}">
                <a16:creationId xmlns:a16="http://schemas.microsoft.com/office/drawing/2014/main" id="{0E8F417A-4B81-9547-83F1-D6A9B18CF865}"/>
              </a:ext>
            </a:extLst>
          </p:cNvPr>
          <p:cNvSpPr/>
          <p:nvPr userDrawn="1"/>
        </p:nvSpPr>
        <p:spPr>
          <a:xfrm>
            <a:off x="0" y="0"/>
            <a:ext cx="12192000" cy="222567"/>
          </a:xfrm>
          <a:custGeom>
            <a:avLst/>
            <a:gdLst/>
            <a:ahLst/>
            <a:cxnLst/>
            <a:rect l="l" t="t" r="r" b="b"/>
            <a:pathLst>
              <a:path w="20104100" h="367030">
                <a:moveTo>
                  <a:pt x="20104099" y="0"/>
                </a:moveTo>
                <a:lnTo>
                  <a:pt x="0" y="0"/>
                </a:lnTo>
                <a:lnTo>
                  <a:pt x="0" y="366480"/>
                </a:lnTo>
                <a:lnTo>
                  <a:pt x="20104099" y="366480"/>
                </a:lnTo>
                <a:lnTo>
                  <a:pt x="20104099" y="0"/>
                </a:lnTo>
                <a:close/>
              </a:path>
            </a:pathLst>
          </a:custGeom>
          <a:solidFill>
            <a:srgbClr val="003894"/>
          </a:solidFill>
        </p:spPr>
        <p:txBody>
          <a:bodyPr wrap="square" lIns="0" tIns="0" rIns="0" bIns="0" rtlCol="0"/>
          <a:lstStyle/>
          <a:p>
            <a:endParaRPr dirty="0"/>
          </a:p>
        </p:txBody>
      </p:sp>
      <p:sp>
        <p:nvSpPr>
          <p:cNvPr id="34" name="object 51">
            <a:extLst>
              <a:ext uri="{FF2B5EF4-FFF2-40B4-BE49-F238E27FC236}">
                <a16:creationId xmlns:a16="http://schemas.microsoft.com/office/drawing/2014/main" id="{DC1CD1E4-2C01-3746-B091-E8A59904ED60}"/>
              </a:ext>
            </a:extLst>
          </p:cNvPr>
          <p:cNvSpPr txBox="1">
            <a:spLocks/>
          </p:cNvSpPr>
          <p:nvPr userDrawn="1"/>
        </p:nvSpPr>
        <p:spPr>
          <a:xfrm>
            <a:off x="1428690" y="6248697"/>
            <a:ext cx="4121400" cy="134954"/>
          </a:xfrm>
          <a:prstGeom prst="rect">
            <a:avLst/>
          </a:prstGeom>
        </p:spPr>
        <p:txBody>
          <a:bodyPr vert="horz" wrap="square" lIns="0" tIns="4236" rIns="0" bIns="0" rtlCol="0">
            <a:spAutoFit/>
          </a:bodyPr>
          <a:lstStyle>
            <a:defPPr>
              <a:defRPr kern="0"/>
            </a:defPPr>
          </a:lstStyle>
          <a:p>
            <a:pPr marL="7701">
              <a:lnSpc>
                <a:spcPct val="100000"/>
              </a:lnSpc>
              <a:spcBef>
                <a:spcPts val="33"/>
              </a:spcBef>
            </a:pPr>
            <a:r>
              <a:rPr lang="en-US" altLang="ja-JP" sz="849" b="0" i="0" spc="55" dirty="0">
                <a:solidFill>
                  <a:srgbClr val="231815"/>
                </a:solidFill>
                <a:latin typeface="Helvetica Neue Light" panose="02000403000000020004" pitchFamily="2" charset="0"/>
                <a:ea typeface="Helvetica Neue Light" panose="02000403000000020004" pitchFamily="2" charset="0"/>
              </a:rPr>
              <a:t>©2026</a:t>
            </a:r>
            <a:r>
              <a:rPr lang="en-US" altLang="ja-JP" sz="849" b="0" i="0" spc="173" dirty="0">
                <a:solidFill>
                  <a:srgbClr val="231815"/>
                </a:solidFill>
                <a:latin typeface="Helvetica Neue Light" panose="02000403000000020004" pitchFamily="2" charset="0"/>
                <a:ea typeface="Helvetica Neue Light" panose="02000403000000020004" pitchFamily="2" charset="0"/>
              </a:rPr>
              <a:t> </a:t>
            </a:r>
            <a:r>
              <a:rPr lang="en-US" altLang="ja-JP" sz="849" b="0" i="0" spc="61" dirty="0">
                <a:solidFill>
                  <a:srgbClr val="231815"/>
                </a:solidFill>
                <a:latin typeface="Helvetica Neue Light" panose="02000403000000020004" pitchFamily="2" charset="0"/>
                <a:ea typeface="Helvetica Neue Light" panose="02000403000000020004" pitchFamily="2" charset="0"/>
              </a:rPr>
              <a:t>GENETEC</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55" dirty="0">
                <a:solidFill>
                  <a:srgbClr val="231815"/>
                </a:solidFill>
                <a:latin typeface="Helvetica Neue Light" panose="02000403000000020004" pitchFamily="2" charset="0"/>
                <a:ea typeface="Helvetica Neue Light" panose="02000403000000020004" pitchFamily="2" charset="0"/>
              </a:rPr>
              <a:t>CORPORATION</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49" dirty="0">
                <a:solidFill>
                  <a:srgbClr val="231815"/>
                </a:solidFill>
                <a:latin typeface="Helvetica Neue Light" panose="02000403000000020004" pitchFamily="2" charset="0"/>
                <a:ea typeface="Helvetica Neue Light" panose="02000403000000020004" pitchFamily="2" charset="0"/>
              </a:rPr>
              <a:t>All</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64" dirty="0">
                <a:solidFill>
                  <a:srgbClr val="231815"/>
                </a:solidFill>
                <a:latin typeface="Helvetica Neue Light" panose="02000403000000020004" pitchFamily="2" charset="0"/>
                <a:ea typeface="Helvetica Neue Light" panose="02000403000000020004" pitchFamily="2" charset="0"/>
              </a:rPr>
              <a:t>Rights</a:t>
            </a:r>
            <a:r>
              <a:rPr lang="en-US" altLang="ja-JP" sz="849" b="0" i="0" spc="182" dirty="0">
                <a:solidFill>
                  <a:srgbClr val="231815"/>
                </a:solidFill>
                <a:latin typeface="Helvetica Neue Light" panose="02000403000000020004" pitchFamily="2" charset="0"/>
                <a:ea typeface="Helvetica Neue Light" panose="02000403000000020004" pitchFamily="2" charset="0"/>
              </a:rPr>
              <a:t> </a:t>
            </a:r>
            <a:r>
              <a:rPr lang="en-US" altLang="ja-JP" sz="849" b="0" i="0" spc="67" dirty="0">
                <a:solidFill>
                  <a:srgbClr val="231815"/>
                </a:solidFill>
                <a:latin typeface="Helvetica Neue Light" panose="02000403000000020004" pitchFamily="2" charset="0"/>
                <a:ea typeface="Helvetica Neue Light" panose="02000403000000020004" pitchFamily="2" charset="0"/>
              </a:rPr>
              <a:t>Reserved.</a:t>
            </a:r>
          </a:p>
        </p:txBody>
      </p:sp>
      <p:sp>
        <p:nvSpPr>
          <p:cNvPr id="4" name="タイトル プレースホルダー 3">
            <a:extLst>
              <a:ext uri="{FF2B5EF4-FFF2-40B4-BE49-F238E27FC236}">
                <a16:creationId xmlns:a16="http://schemas.microsoft.com/office/drawing/2014/main" id="{DB6E8D44-19D1-4628-843C-26D5967D354B}"/>
              </a:ext>
            </a:extLst>
          </p:cNvPr>
          <p:cNvSpPr>
            <a:spLocks noGrp="1"/>
          </p:cNvSpPr>
          <p:nvPr>
            <p:ph type="title"/>
          </p:nvPr>
        </p:nvSpPr>
        <p:spPr>
          <a:xfrm>
            <a:off x="838200" y="2410142"/>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Tree>
    <p:extLst>
      <p:ext uri="{BB962C8B-B14F-4D97-AF65-F5344CB8AC3E}">
        <p14:creationId xmlns:p14="http://schemas.microsoft.com/office/powerpoint/2010/main" val="2870214515"/>
      </p:ext>
    </p:extLst>
  </p:cSld>
  <p:clrMap bg1="lt1" tx1="dk1" bg2="lt2" tx2="dk2" accent1="accent1" accent2="accent2" accent3="accent3" accent4="accent4" accent5="accent5" accent6="accent6" hlink="hlink" folHlink="folHlink"/>
  <p:sldLayoutIdLst>
    <p:sldLayoutId id="2147483686" r:id="rId1"/>
    <p:sldLayoutId id="2147483689" r:id="rId2"/>
  </p:sldLayoutIdLst>
  <p:hf sldNum="0" hdr="0" ftr="0" dt="0"/>
  <p:txStyles>
    <p:titleStyle>
      <a:lvl1pPr>
        <a:defRPr sz="4000">
          <a:latin typeface="BIZ UDPゴシック" panose="020B0400000000000000" pitchFamily="50" charset="-128"/>
          <a:ea typeface="BIZ UDPゴシック" panose="020B0400000000000000" pitchFamily="50" charset="-128"/>
          <a:cs typeface="+mj-cs"/>
        </a:defRPr>
      </a:lvl1pPr>
    </p:titleStyle>
    <p:bodyStyle>
      <a:lvl1pPr marL="0">
        <a:defRPr sz="4000">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ED25ECCA-1814-45A9-A0AA-A51CE98EE352}"/>
              </a:ext>
            </a:extLst>
          </p:cNvPr>
          <p:cNvGrpSpPr/>
          <p:nvPr userDrawn="1"/>
        </p:nvGrpSpPr>
        <p:grpSpPr>
          <a:xfrm>
            <a:off x="9758490" y="6084837"/>
            <a:ext cx="2049263" cy="494448"/>
            <a:chOff x="13451859" y="12177503"/>
            <a:chExt cx="4068457" cy="981710"/>
          </a:xfrm>
        </p:grpSpPr>
        <p:sp>
          <p:nvSpPr>
            <p:cNvPr id="17" name="object 5">
              <a:extLst>
                <a:ext uri="{FF2B5EF4-FFF2-40B4-BE49-F238E27FC236}">
                  <a16:creationId xmlns:a16="http://schemas.microsoft.com/office/drawing/2014/main" id="{C410248F-8DE3-4107-9F93-25A864F17FE4}"/>
                </a:ext>
              </a:extLst>
            </p:cNvPr>
            <p:cNvSpPr/>
            <p:nvPr/>
          </p:nvSpPr>
          <p:spPr>
            <a:xfrm>
              <a:off x="13451859" y="12177503"/>
              <a:ext cx="830580" cy="981710"/>
            </a:xfrm>
            <a:custGeom>
              <a:avLst/>
              <a:gdLst/>
              <a:ahLst/>
              <a:cxnLst/>
              <a:rect l="l" t="t" r="r" b="b"/>
              <a:pathLst>
                <a:path w="830580" h="981709">
                  <a:moveTo>
                    <a:pt x="490791" y="0"/>
                  </a:moveTo>
                  <a:lnTo>
                    <a:pt x="443523" y="2246"/>
                  </a:lnTo>
                  <a:lnTo>
                    <a:pt x="397526" y="8850"/>
                  </a:lnTo>
                  <a:lnTo>
                    <a:pt x="353006" y="19604"/>
                  </a:lnTo>
                  <a:lnTo>
                    <a:pt x="310170" y="34303"/>
                  </a:lnTo>
                  <a:lnTo>
                    <a:pt x="269222" y="52742"/>
                  </a:lnTo>
                  <a:lnTo>
                    <a:pt x="230368" y="74714"/>
                  </a:lnTo>
                  <a:lnTo>
                    <a:pt x="193814" y="100015"/>
                  </a:lnTo>
                  <a:lnTo>
                    <a:pt x="159765" y="128438"/>
                  </a:lnTo>
                  <a:lnTo>
                    <a:pt x="128427" y="159777"/>
                  </a:lnTo>
                  <a:lnTo>
                    <a:pt x="100006" y="193827"/>
                  </a:lnTo>
                  <a:lnTo>
                    <a:pt x="74708" y="230383"/>
                  </a:lnTo>
                  <a:lnTo>
                    <a:pt x="52737" y="269237"/>
                  </a:lnTo>
                  <a:lnTo>
                    <a:pt x="34300" y="310186"/>
                  </a:lnTo>
                  <a:lnTo>
                    <a:pt x="19602" y="353023"/>
                  </a:lnTo>
                  <a:lnTo>
                    <a:pt x="8849" y="397542"/>
                  </a:lnTo>
                  <a:lnTo>
                    <a:pt x="2246" y="443537"/>
                  </a:lnTo>
                  <a:lnTo>
                    <a:pt x="0" y="490804"/>
                  </a:lnTo>
                  <a:lnTo>
                    <a:pt x="2246" y="538072"/>
                  </a:lnTo>
                  <a:lnTo>
                    <a:pt x="8849" y="584069"/>
                  </a:lnTo>
                  <a:lnTo>
                    <a:pt x="19602" y="628589"/>
                  </a:lnTo>
                  <a:lnTo>
                    <a:pt x="34300" y="671427"/>
                  </a:lnTo>
                  <a:lnTo>
                    <a:pt x="52737" y="712376"/>
                  </a:lnTo>
                  <a:lnTo>
                    <a:pt x="74708" y="751231"/>
                  </a:lnTo>
                  <a:lnTo>
                    <a:pt x="100006" y="787786"/>
                  </a:lnTo>
                  <a:lnTo>
                    <a:pt x="128427" y="821835"/>
                  </a:lnTo>
                  <a:lnTo>
                    <a:pt x="159765" y="853174"/>
                  </a:lnTo>
                  <a:lnTo>
                    <a:pt x="193814" y="881596"/>
                  </a:lnTo>
                  <a:lnTo>
                    <a:pt x="230368" y="906896"/>
                  </a:lnTo>
                  <a:lnTo>
                    <a:pt x="269222" y="928868"/>
                  </a:lnTo>
                  <a:lnTo>
                    <a:pt x="310170" y="947306"/>
                  </a:lnTo>
                  <a:lnTo>
                    <a:pt x="353006" y="962004"/>
                  </a:lnTo>
                  <a:lnTo>
                    <a:pt x="397526" y="972758"/>
                  </a:lnTo>
                  <a:lnTo>
                    <a:pt x="443523" y="979361"/>
                  </a:lnTo>
                  <a:lnTo>
                    <a:pt x="490791" y="981608"/>
                  </a:lnTo>
                  <a:lnTo>
                    <a:pt x="539555" y="979211"/>
                  </a:lnTo>
                  <a:lnTo>
                    <a:pt x="586952" y="972173"/>
                  </a:lnTo>
                  <a:lnTo>
                    <a:pt x="632757" y="960722"/>
                  </a:lnTo>
                  <a:lnTo>
                    <a:pt x="676746" y="945087"/>
                  </a:lnTo>
                  <a:lnTo>
                    <a:pt x="718695" y="925497"/>
                  </a:lnTo>
                  <a:lnTo>
                    <a:pt x="758380" y="902178"/>
                  </a:lnTo>
                  <a:lnTo>
                    <a:pt x="795576" y="875361"/>
                  </a:lnTo>
                  <a:lnTo>
                    <a:pt x="830059" y="845273"/>
                  </a:lnTo>
                  <a:lnTo>
                    <a:pt x="796750" y="810108"/>
                  </a:lnTo>
                  <a:lnTo>
                    <a:pt x="767005" y="771798"/>
                  </a:lnTo>
                  <a:lnTo>
                    <a:pt x="741093" y="730609"/>
                  </a:lnTo>
                  <a:lnTo>
                    <a:pt x="719285" y="686808"/>
                  </a:lnTo>
                  <a:lnTo>
                    <a:pt x="701852" y="640660"/>
                  </a:lnTo>
                  <a:lnTo>
                    <a:pt x="689064" y="592433"/>
                  </a:lnTo>
                  <a:lnTo>
                    <a:pt x="681193" y="542392"/>
                  </a:lnTo>
                  <a:lnTo>
                    <a:pt x="678510" y="490804"/>
                  </a:lnTo>
                  <a:lnTo>
                    <a:pt x="679280" y="463486"/>
                  </a:lnTo>
                  <a:lnTo>
                    <a:pt x="681545" y="436570"/>
                  </a:lnTo>
                  <a:lnTo>
                    <a:pt x="685239" y="410085"/>
                  </a:lnTo>
                  <a:lnTo>
                    <a:pt x="690295" y="384060"/>
                  </a:lnTo>
                  <a:lnTo>
                    <a:pt x="385660" y="384060"/>
                  </a:lnTo>
                  <a:lnTo>
                    <a:pt x="385660" y="597560"/>
                  </a:lnTo>
                  <a:lnTo>
                    <a:pt x="528443" y="597920"/>
                  </a:lnTo>
                  <a:lnTo>
                    <a:pt x="551688" y="598401"/>
                  </a:lnTo>
                  <a:lnTo>
                    <a:pt x="596122" y="605021"/>
                  </a:lnTo>
                  <a:lnTo>
                    <a:pt x="632609" y="634466"/>
                  </a:lnTo>
                  <a:lnTo>
                    <a:pt x="644446" y="675703"/>
                  </a:lnTo>
                  <a:lnTo>
                    <a:pt x="632147" y="716269"/>
                  </a:lnTo>
                  <a:lnTo>
                    <a:pt x="601255" y="743210"/>
                  </a:lnTo>
                  <a:lnTo>
                    <a:pt x="560232" y="758468"/>
                  </a:lnTo>
                  <a:lnTo>
                    <a:pt x="514527" y="766295"/>
                  </a:lnTo>
                  <a:lnTo>
                    <a:pt x="490791" y="767308"/>
                  </a:lnTo>
                  <a:lnTo>
                    <a:pt x="441090" y="762854"/>
                  </a:lnTo>
                  <a:lnTo>
                    <a:pt x="394311" y="750010"/>
                  </a:lnTo>
                  <a:lnTo>
                    <a:pt x="351236" y="729559"/>
                  </a:lnTo>
                  <a:lnTo>
                    <a:pt x="312645" y="702280"/>
                  </a:lnTo>
                  <a:lnTo>
                    <a:pt x="279318" y="668955"/>
                  </a:lnTo>
                  <a:lnTo>
                    <a:pt x="252039" y="630364"/>
                  </a:lnTo>
                  <a:lnTo>
                    <a:pt x="231586" y="587288"/>
                  </a:lnTo>
                  <a:lnTo>
                    <a:pt x="218742" y="540508"/>
                  </a:lnTo>
                  <a:lnTo>
                    <a:pt x="214287" y="490804"/>
                  </a:lnTo>
                  <a:lnTo>
                    <a:pt x="218742" y="441099"/>
                  </a:lnTo>
                  <a:lnTo>
                    <a:pt x="231586" y="394319"/>
                  </a:lnTo>
                  <a:lnTo>
                    <a:pt x="252039" y="351243"/>
                  </a:lnTo>
                  <a:lnTo>
                    <a:pt x="279318" y="312652"/>
                  </a:lnTo>
                  <a:lnTo>
                    <a:pt x="312645" y="279327"/>
                  </a:lnTo>
                  <a:lnTo>
                    <a:pt x="351236" y="252048"/>
                  </a:lnTo>
                  <a:lnTo>
                    <a:pt x="394311" y="231597"/>
                  </a:lnTo>
                  <a:lnTo>
                    <a:pt x="441090" y="218754"/>
                  </a:lnTo>
                  <a:lnTo>
                    <a:pt x="490791" y="214299"/>
                  </a:lnTo>
                  <a:lnTo>
                    <a:pt x="542626" y="219156"/>
                  </a:lnTo>
                  <a:lnTo>
                    <a:pt x="591227" y="233131"/>
                  </a:lnTo>
                  <a:lnTo>
                    <a:pt x="635710" y="255329"/>
                  </a:lnTo>
                  <a:lnTo>
                    <a:pt x="675191" y="284855"/>
                  </a:lnTo>
                  <a:lnTo>
                    <a:pt x="708786" y="320814"/>
                  </a:lnTo>
                  <a:lnTo>
                    <a:pt x="731232" y="269388"/>
                  </a:lnTo>
                  <a:lnTo>
                    <a:pt x="759202" y="221246"/>
                  </a:lnTo>
                  <a:lnTo>
                    <a:pt x="792283" y="176771"/>
                  </a:lnTo>
                  <a:lnTo>
                    <a:pt x="830059" y="136347"/>
                  </a:lnTo>
                  <a:lnTo>
                    <a:pt x="795576" y="106255"/>
                  </a:lnTo>
                  <a:lnTo>
                    <a:pt x="758380" y="79434"/>
                  </a:lnTo>
                  <a:lnTo>
                    <a:pt x="718695" y="56114"/>
                  </a:lnTo>
                  <a:lnTo>
                    <a:pt x="676746" y="36522"/>
                  </a:lnTo>
                  <a:lnTo>
                    <a:pt x="632757" y="20886"/>
                  </a:lnTo>
                  <a:lnTo>
                    <a:pt x="586952" y="9434"/>
                  </a:lnTo>
                  <a:lnTo>
                    <a:pt x="539555" y="2396"/>
                  </a:lnTo>
                  <a:lnTo>
                    <a:pt x="490791" y="0"/>
                  </a:lnTo>
                  <a:close/>
                </a:path>
              </a:pathLst>
            </a:custGeom>
            <a:solidFill>
              <a:srgbClr val="003894"/>
            </a:solidFill>
          </p:spPr>
          <p:txBody>
            <a:bodyPr wrap="square" lIns="0" tIns="0" rIns="0" bIns="0" rtlCol="0"/>
            <a:lstStyle/>
            <a:p>
              <a:endParaRPr dirty="0"/>
            </a:p>
          </p:txBody>
        </p:sp>
        <p:sp>
          <p:nvSpPr>
            <p:cNvPr id="18" name="object 6">
              <a:extLst>
                <a:ext uri="{FF2B5EF4-FFF2-40B4-BE49-F238E27FC236}">
                  <a16:creationId xmlns:a16="http://schemas.microsoft.com/office/drawing/2014/main" id="{187A1C1A-EA2C-4B93-89F1-A1A5CA6F26A2}"/>
                </a:ext>
              </a:extLst>
            </p:cNvPr>
            <p:cNvSpPr/>
            <p:nvPr/>
          </p:nvSpPr>
          <p:spPr>
            <a:xfrm>
              <a:off x="14480068" y="12527207"/>
              <a:ext cx="282575" cy="282575"/>
            </a:xfrm>
            <a:custGeom>
              <a:avLst/>
              <a:gdLst/>
              <a:ahLst/>
              <a:cxnLst/>
              <a:rect l="l" t="t" r="r" b="b"/>
              <a:pathLst>
                <a:path w="282575" h="282575">
                  <a:moveTo>
                    <a:pt x="141109" y="0"/>
                  </a:moveTo>
                  <a:lnTo>
                    <a:pt x="96510" y="7193"/>
                  </a:lnTo>
                  <a:lnTo>
                    <a:pt x="57774" y="27223"/>
                  </a:lnTo>
                  <a:lnTo>
                    <a:pt x="27227" y="57766"/>
                  </a:lnTo>
                  <a:lnTo>
                    <a:pt x="7194" y="96498"/>
                  </a:lnTo>
                  <a:lnTo>
                    <a:pt x="0" y="141096"/>
                  </a:lnTo>
                  <a:lnTo>
                    <a:pt x="7194" y="185701"/>
                  </a:lnTo>
                  <a:lnTo>
                    <a:pt x="27227" y="224437"/>
                  </a:lnTo>
                  <a:lnTo>
                    <a:pt x="57774" y="254982"/>
                  </a:lnTo>
                  <a:lnTo>
                    <a:pt x="96510" y="275013"/>
                  </a:lnTo>
                  <a:lnTo>
                    <a:pt x="141109" y="282206"/>
                  </a:lnTo>
                  <a:lnTo>
                    <a:pt x="185709" y="275013"/>
                  </a:lnTo>
                  <a:lnTo>
                    <a:pt x="224444" y="254982"/>
                  </a:lnTo>
                  <a:lnTo>
                    <a:pt x="254991" y="224437"/>
                  </a:lnTo>
                  <a:lnTo>
                    <a:pt x="275025" y="185701"/>
                  </a:lnTo>
                  <a:lnTo>
                    <a:pt x="282219" y="141096"/>
                  </a:lnTo>
                  <a:lnTo>
                    <a:pt x="275025" y="96498"/>
                  </a:lnTo>
                  <a:lnTo>
                    <a:pt x="254991" y="57766"/>
                  </a:lnTo>
                  <a:lnTo>
                    <a:pt x="224444" y="27223"/>
                  </a:lnTo>
                  <a:lnTo>
                    <a:pt x="185709" y="7193"/>
                  </a:lnTo>
                  <a:lnTo>
                    <a:pt x="141109" y="0"/>
                  </a:lnTo>
                  <a:close/>
                </a:path>
              </a:pathLst>
            </a:custGeom>
            <a:solidFill>
              <a:srgbClr val="E60012"/>
            </a:solidFill>
          </p:spPr>
          <p:txBody>
            <a:bodyPr wrap="square" lIns="0" tIns="0" rIns="0" bIns="0" rtlCol="0"/>
            <a:lstStyle/>
            <a:p>
              <a:endParaRPr dirty="0"/>
            </a:p>
          </p:txBody>
        </p:sp>
        <p:sp>
          <p:nvSpPr>
            <p:cNvPr id="19" name="object 7">
              <a:extLst>
                <a:ext uri="{FF2B5EF4-FFF2-40B4-BE49-F238E27FC236}">
                  <a16:creationId xmlns:a16="http://schemas.microsoft.com/office/drawing/2014/main" id="{7AC8EC5D-3A94-4235-AB2C-311F2938FA7F}"/>
                </a:ext>
              </a:extLst>
            </p:cNvPr>
            <p:cNvSpPr/>
            <p:nvPr/>
          </p:nvSpPr>
          <p:spPr>
            <a:xfrm>
              <a:off x="15852168" y="12498268"/>
              <a:ext cx="300990" cy="340360"/>
            </a:xfrm>
            <a:custGeom>
              <a:avLst/>
              <a:gdLst/>
              <a:ahLst/>
              <a:cxnLst/>
              <a:rect l="l" t="t" r="r" b="b"/>
              <a:pathLst>
                <a:path w="300990" h="340359">
                  <a:moveTo>
                    <a:pt x="295744" y="0"/>
                  </a:moveTo>
                  <a:lnTo>
                    <a:pt x="289369" y="0"/>
                  </a:lnTo>
                  <a:lnTo>
                    <a:pt x="224840" y="0"/>
                  </a:lnTo>
                  <a:lnTo>
                    <a:pt x="219671" y="5168"/>
                  </a:lnTo>
                  <a:lnTo>
                    <a:pt x="219671" y="202260"/>
                  </a:lnTo>
                  <a:lnTo>
                    <a:pt x="216954" y="203022"/>
                  </a:lnTo>
                  <a:lnTo>
                    <a:pt x="92875" y="3441"/>
                  </a:lnTo>
                  <a:lnTo>
                    <a:pt x="86690" y="0"/>
                  </a:lnTo>
                  <a:lnTo>
                    <a:pt x="5168" y="0"/>
                  </a:lnTo>
                  <a:lnTo>
                    <a:pt x="0" y="5168"/>
                  </a:lnTo>
                  <a:lnTo>
                    <a:pt x="0" y="334759"/>
                  </a:lnTo>
                  <a:lnTo>
                    <a:pt x="5168" y="339940"/>
                  </a:lnTo>
                  <a:lnTo>
                    <a:pt x="76060" y="339940"/>
                  </a:lnTo>
                  <a:lnTo>
                    <a:pt x="81229" y="334759"/>
                  </a:lnTo>
                  <a:lnTo>
                    <a:pt x="81229" y="133172"/>
                  </a:lnTo>
                  <a:lnTo>
                    <a:pt x="83947" y="132397"/>
                  </a:lnTo>
                  <a:lnTo>
                    <a:pt x="210261" y="335699"/>
                  </a:lnTo>
                  <a:lnTo>
                    <a:pt x="216369" y="339115"/>
                  </a:lnTo>
                  <a:lnTo>
                    <a:pt x="295681" y="339890"/>
                  </a:lnTo>
                  <a:lnTo>
                    <a:pt x="300913" y="334695"/>
                  </a:lnTo>
                  <a:lnTo>
                    <a:pt x="300913" y="5168"/>
                  </a:lnTo>
                  <a:lnTo>
                    <a:pt x="295744" y="0"/>
                  </a:lnTo>
                  <a:close/>
                </a:path>
              </a:pathLst>
            </a:custGeom>
            <a:solidFill>
              <a:srgbClr val="595757"/>
            </a:solidFill>
          </p:spPr>
          <p:txBody>
            <a:bodyPr wrap="square" lIns="0" tIns="0" rIns="0" bIns="0" rtlCol="0"/>
            <a:lstStyle/>
            <a:p>
              <a:endParaRPr dirty="0"/>
            </a:p>
          </p:txBody>
        </p:sp>
        <p:sp>
          <p:nvSpPr>
            <p:cNvPr id="26" name="object 8">
              <a:extLst>
                <a:ext uri="{FF2B5EF4-FFF2-40B4-BE49-F238E27FC236}">
                  <a16:creationId xmlns:a16="http://schemas.microsoft.com/office/drawing/2014/main" id="{A80C79B1-FF1C-442B-88E4-4570F60F77E4}"/>
                </a:ext>
              </a:extLst>
            </p:cNvPr>
            <p:cNvSpPr/>
            <p:nvPr/>
          </p:nvSpPr>
          <p:spPr>
            <a:xfrm>
              <a:off x="15508909" y="12498262"/>
              <a:ext cx="260350" cy="340360"/>
            </a:xfrm>
            <a:custGeom>
              <a:avLst/>
              <a:gdLst/>
              <a:ahLst/>
              <a:cxnLst/>
              <a:rect l="l" t="t" r="r" b="b"/>
              <a:pathLst>
                <a:path w="260350" h="340359">
                  <a:moveTo>
                    <a:pt x="250977"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close/>
                </a:path>
              </a:pathLst>
            </a:custGeom>
            <a:solidFill>
              <a:srgbClr val="595757"/>
            </a:solidFill>
          </p:spPr>
          <p:txBody>
            <a:bodyPr wrap="square" lIns="0" tIns="0" rIns="0" bIns="0" rtlCol="0"/>
            <a:lstStyle/>
            <a:p>
              <a:endParaRPr dirty="0"/>
            </a:p>
          </p:txBody>
        </p:sp>
        <p:sp>
          <p:nvSpPr>
            <p:cNvPr id="27" name="object 9">
              <a:extLst>
                <a:ext uri="{FF2B5EF4-FFF2-40B4-BE49-F238E27FC236}">
                  <a16:creationId xmlns:a16="http://schemas.microsoft.com/office/drawing/2014/main" id="{07C87C8E-2EDC-4F33-81F6-57A615A74EBC}"/>
                </a:ext>
              </a:extLst>
            </p:cNvPr>
            <p:cNvSpPr/>
            <p:nvPr/>
          </p:nvSpPr>
          <p:spPr>
            <a:xfrm>
              <a:off x="16259519" y="12498272"/>
              <a:ext cx="560070" cy="340360"/>
            </a:xfrm>
            <a:custGeom>
              <a:avLst/>
              <a:gdLst/>
              <a:ahLst/>
              <a:cxnLst/>
              <a:rect l="l" t="t" r="r" b="b"/>
              <a:pathLst>
                <a:path w="560069" h="340359">
                  <a:moveTo>
                    <a:pt x="260273" y="266534"/>
                  </a:moveTo>
                  <a:lnTo>
                    <a:pt x="255104" y="261366"/>
                  </a:lnTo>
                  <a:lnTo>
                    <a:pt x="83096" y="261366"/>
                  </a:lnTo>
                  <a:lnTo>
                    <a:pt x="81241" y="259511"/>
                  </a:lnTo>
                  <a:lnTo>
                    <a:pt x="81241" y="208089"/>
                  </a:lnTo>
                  <a:lnTo>
                    <a:pt x="83096" y="206248"/>
                  </a:lnTo>
                  <a:lnTo>
                    <a:pt x="232778" y="206248"/>
                  </a:lnTo>
                  <a:lnTo>
                    <a:pt x="237947" y="201066"/>
                  </a:lnTo>
                  <a:lnTo>
                    <a:pt x="237947" y="134899"/>
                  </a:lnTo>
                  <a:lnTo>
                    <a:pt x="232778" y="129730"/>
                  </a:lnTo>
                  <a:lnTo>
                    <a:pt x="83096" y="129730"/>
                  </a:lnTo>
                  <a:lnTo>
                    <a:pt x="81241" y="127889"/>
                  </a:lnTo>
                  <a:lnTo>
                    <a:pt x="81241" y="80429"/>
                  </a:lnTo>
                  <a:lnTo>
                    <a:pt x="83096" y="78600"/>
                  </a:lnTo>
                  <a:lnTo>
                    <a:pt x="250977" y="78600"/>
                  </a:lnTo>
                  <a:lnTo>
                    <a:pt x="256146" y="73418"/>
                  </a:lnTo>
                  <a:lnTo>
                    <a:pt x="256146" y="5181"/>
                  </a:lnTo>
                  <a:lnTo>
                    <a:pt x="250977" y="0"/>
                  </a:lnTo>
                  <a:lnTo>
                    <a:pt x="5168" y="0"/>
                  </a:lnTo>
                  <a:lnTo>
                    <a:pt x="0" y="5181"/>
                  </a:lnTo>
                  <a:lnTo>
                    <a:pt x="0" y="334772"/>
                  </a:lnTo>
                  <a:lnTo>
                    <a:pt x="5168" y="339940"/>
                  </a:lnTo>
                  <a:lnTo>
                    <a:pt x="11557" y="339940"/>
                  </a:lnTo>
                  <a:lnTo>
                    <a:pt x="255104" y="339940"/>
                  </a:lnTo>
                  <a:lnTo>
                    <a:pt x="260273" y="334772"/>
                  </a:lnTo>
                  <a:lnTo>
                    <a:pt x="260273" y="266534"/>
                  </a:lnTo>
                  <a:close/>
                </a:path>
                <a:path w="560069" h="340359">
                  <a:moveTo>
                    <a:pt x="559739" y="5181"/>
                  </a:moveTo>
                  <a:lnTo>
                    <a:pt x="554570" y="12"/>
                  </a:lnTo>
                  <a:lnTo>
                    <a:pt x="301142" y="12"/>
                  </a:lnTo>
                  <a:lnTo>
                    <a:pt x="295973" y="5181"/>
                  </a:lnTo>
                  <a:lnTo>
                    <a:pt x="295973" y="73418"/>
                  </a:lnTo>
                  <a:lnTo>
                    <a:pt x="301142" y="78600"/>
                  </a:lnTo>
                  <a:lnTo>
                    <a:pt x="307530" y="78600"/>
                  </a:lnTo>
                  <a:lnTo>
                    <a:pt x="385381" y="78600"/>
                  </a:lnTo>
                  <a:lnTo>
                    <a:pt x="387223" y="80441"/>
                  </a:lnTo>
                  <a:lnTo>
                    <a:pt x="387223" y="334772"/>
                  </a:lnTo>
                  <a:lnTo>
                    <a:pt x="392404" y="339940"/>
                  </a:lnTo>
                  <a:lnTo>
                    <a:pt x="463308" y="339940"/>
                  </a:lnTo>
                  <a:lnTo>
                    <a:pt x="468477" y="334772"/>
                  </a:lnTo>
                  <a:lnTo>
                    <a:pt x="468477" y="80441"/>
                  </a:lnTo>
                  <a:lnTo>
                    <a:pt x="470319" y="78600"/>
                  </a:lnTo>
                  <a:lnTo>
                    <a:pt x="554570" y="78600"/>
                  </a:lnTo>
                  <a:lnTo>
                    <a:pt x="559739" y="73418"/>
                  </a:lnTo>
                  <a:lnTo>
                    <a:pt x="559739" y="5181"/>
                  </a:lnTo>
                  <a:close/>
                </a:path>
              </a:pathLst>
            </a:custGeom>
            <a:solidFill>
              <a:srgbClr val="595757"/>
            </a:solidFill>
          </p:spPr>
          <p:txBody>
            <a:bodyPr wrap="square" lIns="0" tIns="0" rIns="0" bIns="0" rtlCol="0"/>
            <a:lstStyle/>
            <a:p>
              <a:endParaRPr dirty="0"/>
            </a:p>
          </p:txBody>
        </p:sp>
        <p:sp>
          <p:nvSpPr>
            <p:cNvPr id="28" name="object 10">
              <a:extLst>
                <a:ext uri="{FF2B5EF4-FFF2-40B4-BE49-F238E27FC236}">
                  <a16:creationId xmlns:a16="http://schemas.microsoft.com/office/drawing/2014/main" id="{685E8F03-8573-4383-B953-97C35094808E}"/>
                </a:ext>
              </a:extLst>
            </p:cNvPr>
            <p:cNvSpPr/>
            <p:nvPr/>
          </p:nvSpPr>
          <p:spPr>
            <a:xfrm>
              <a:off x="16866630" y="12498262"/>
              <a:ext cx="260350" cy="340360"/>
            </a:xfrm>
            <a:custGeom>
              <a:avLst/>
              <a:gdLst/>
              <a:ahLst/>
              <a:cxnLst/>
              <a:rect l="l" t="t" r="r" b="b"/>
              <a:pathLst>
                <a:path w="260350" h="340359">
                  <a:moveTo>
                    <a:pt x="250990" y="0"/>
                  </a:moveTo>
                  <a:lnTo>
                    <a:pt x="5168" y="0"/>
                  </a:lnTo>
                  <a:lnTo>
                    <a:pt x="0" y="5181"/>
                  </a:lnTo>
                  <a:lnTo>
                    <a:pt x="0" y="334772"/>
                  </a:lnTo>
                  <a:lnTo>
                    <a:pt x="5168" y="339940"/>
                  </a:lnTo>
                  <a:lnTo>
                    <a:pt x="11557" y="339940"/>
                  </a:lnTo>
                  <a:lnTo>
                    <a:pt x="255104" y="339940"/>
                  </a:lnTo>
                  <a:lnTo>
                    <a:pt x="260273" y="334772"/>
                  </a:lnTo>
                  <a:lnTo>
                    <a:pt x="260273" y="266534"/>
                  </a:lnTo>
                  <a:lnTo>
                    <a:pt x="255104" y="261366"/>
                  </a:lnTo>
                  <a:lnTo>
                    <a:pt x="83096" y="261366"/>
                  </a:lnTo>
                  <a:lnTo>
                    <a:pt x="81254" y="259511"/>
                  </a:lnTo>
                  <a:lnTo>
                    <a:pt x="81254" y="208089"/>
                  </a:lnTo>
                  <a:lnTo>
                    <a:pt x="83096" y="206248"/>
                  </a:lnTo>
                  <a:lnTo>
                    <a:pt x="232791" y="206248"/>
                  </a:lnTo>
                  <a:lnTo>
                    <a:pt x="237959" y="201066"/>
                  </a:lnTo>
                  <a:lnTo>
                    <a:pt x="237959" y="134899"/>
                  </a:lnTo>
                  <a:lnTo>
                    <a:pt x="232791" y="129730"/>
                  </a:lnTo>
                  <a:lnTo>
                    <a:pt x="83096" y="129730"/>
                  </a:lnTo>
                  <a:lnTo>
                    <a:pt x="81254" y="127889"/>
                  </a:lnTo>
                  <a:lnTo>
                    <a:pt x="81254" y="80429"/>
                  </a:lnTo>
                  <a:lnTo>
                    <a:pt x="83096" y="78600"/>
                  </a:lnTo>
                  <a:lnTo>
                    <a:pt x="250990" y="78600"/>
                  </a:lnTo>
                  <a:lnTo>
                    <a:pt x="256159" y="73418"/>
                  </a:lnTo>
                  <a:lnTo>
                    <a:pt x="256159" y="5181"/>
                  </a:lnTo>
                  <a:lnTo>
                    <a:pt x="250990" y="0"/>
                  </a:lnTo>
                  <a:close/>
                </a:path>
              </a:pathLst>
            </a:custGeom>
            <a:solidFill>
              <a:srgbClr val="595757"/>
            </a:solidFill>
          </p:spPr>
          <p:txBody>
            <a:bodyPr wrap="square" lIns="0" tIns="0" rIns="0" bIns="0" rtlCol="0"/>
            <a:lstStyle/>
            <a:p>
              <a:endParaRPr dirty="0"/>
            </a:p>
          </p:txBody>
        </p:sp>
        <p:sp>
          <p:nvSpPr>
            <p:cNvPr id="29" name="object 11">
              <a:extLst>
                <a:ext uri="{FF2B5EF4-FFF2-40B4-BE49-F238E27FC236}">
                  <a16:creationId xmlns:a16="http://schemas.microsoft.com/office/drawing/2014/main" id="{3844796F-4740-45AB-BD96-7B12DEBAFE0B}"/>
                </a:ext>
              </a:extLst>
            </p:cNvPr>
            <p:cNvSpPr/>
            <p:nvPr/>
          </p:nvSpPr>
          <p:spPr>
            <a:xfrm>
              <a:off x="17175511" y="12485423"/>
              <a:ext cx="344805" cy="365760"/>
            </a:xfrm>
            <a:custGeom>
              <a:avLst/>
              <a:gdLst/>
              <a:ahLst/>
              <a:cxnLst/>
              <a:rect l="l" t="t" r="r" b="b"/>
              <a:pathLst>
                <a:path w="344805" h="365759">
                  <a:moveTo>
                    <a:pt x="182689" y="0"/>
                  </a:moveTo>
                  <a:lnTo>
                    <a:pt x="138415" y="5295"/>
                  </a:lnTo>
                  <a:lnTo>
                    <a:pt x="95983" y="21008"/>
                  </a:lnTo>
                  <a:lnTo>
                    <a:pt x="58159" y="46877"/>
                  </a:lnTo>
                  <a:lnTo>
                    <a:pt x="27709" y="82640"/>
                  </a:lnTo>
                  <a:lnTo>
                    <a:pt x="7401" y="128036"/>
                  </a:lnTo>
                  <a:lnTo>
                    <a:pt x="0" y="182803"/>
                  </a:lnTo>
                  <a:lnTo>
                    <a:pt x="7401" y="237652"/>
                  </a:lnTo>
                  <a:lnTo>
                    <a:pt x="27709" y="283052"/>
                  </a:lnTo>
                  <a:lnTo>
                    <a:pt x="58159" y="318817"/>
                  </a:lnTo>
                  <a:lnTo>
                    <a:pt x="95983" y="344687"/>
                  </a:lnTo>
                  <a:lnTo>
                    <a:pt x="138415" y="360400"/>
                  </a:lnTo>
                  <a:lnTo>
                    <a:pt x="182689" y="365696"/>
                  </a:lnTo>
                  <a:lnTo>
                    <a:pt x="233626" y="358755"/>
                  </a:lnTo>
                  <a:lnTo>
                    <a:pt x="278793" y="339090"/>
                  </a:lnTo>
                  <a:lnTo>
                    <a:pt x="315602" y="308432"/>
                  </a:lnTo>
                  <a:lnTo>
                    <a:pt x="341464" y="268516"/>
                  </a:lnTo>
                  <a:lnTo>
                    <a:pt x="344360" y="261988"/>
                  </a:lnTo>
                  <a:lnTo>
                    <a:pt x="341287" y="254330"/>
                  </a:lnTo>
                  <a:lnTo>
                    <a:pt x="279844" y="230035"/>
                  </a:lnTo>
                  <a:lnTo>
                    <a:pt x="274345" y="227863"/>
                  </a:lnTo>
                  <a:lnTo>
                    <a:pt x="267982" y="230060"/>
                  </a:lnTo>
                  <a:lnTo>
                    <a:pt x="265252" y="235305"/>
                  </a:lnTo>
                  <a:lnTo>
                    <a:pt x="250682" y="256473"/>
                  </a:lnTo>
                  <a:lnTo>
                    <a:pt x="232268" y="271356"/>
                  </a:lnTo>
                  <a:lnTo>
                    <a:pt x="209718" y="280145"/>
                  </a:lnTo>
                  <a:lnTo>
                    <a:pt x="182740" y="283032"/>
                  </a:lnTo>
                  <a:lnTo>
                    <a:pt x="153110" y="277712"/>
                  </a:lnTo>
                  <a:lnTo>
                    <a:pt x="123561" y="260497"/>
                  </a:lnTo>
                  <a:lnTo>
                    <a:pt x="100865" y="229502"/>
                  </a:lnTo>
                  <a:lnTo>
                    <a:pt x="91795" y="182841"/>
                  </a:lnTo>
                  <a:lnTo>
                    <a:pt x="100865" y="136183"/>
                  </a:lnTo>
                  <a:lnTo>
                    <a:pt x="123561" y="105192"/>
                  </a:lnTo>
                  <a:lnTo>
                    <a:pt x="153110" y="87981"/>
                  </a:lnTo>
                  <a:lnTo>
                    <a:pt x="182740" y="82664"/>
                  </a:lnTo>
                  <a:lnTo>
                    <a:pt x="209718" y="85551"/>
                  </a:lnTo>
                  <a:lnTo>
                    <a:pt x="232268" y="94338"/>
                  </a:lnTo>
                  <a:lnTo>
                    <a:pt x="250682" y="109217"/>
                  </a:lnTo>
                  <a:lnTo>
                    <a:pt x="265252" y="130378"/>
                  </a:lnTo>
                  <a:lnTo>
                    <a:pt x="267982" y="135623"/>
                  </a:lnTo>
                  <a:lnTo>
                    <a:pt x="274345" y="137820"/>
                  </a:lnTo>
                  <a:lnTo>
                    <a:pt x="341287" y="111353"/>
                  </a:lnTo>
                  <a:lnTo>
                    <a:pt x="344360" y="103708"/>
                  </a:lnTo>
                  <a:lnTo>
                    <a:pt x="341464" y="97167"/>
                  </a:lnTo>
                  <a:lnTo>
                    <a:pt x="315602" y="57253"/>
                  </a:lnTo>
                  <a:lnTo>
                    <a:pt x="278793" y="26600"/>
                  </a:lnTo>
                  <a:lnTo>
                    <a:pt x="233626" y="6938"/>
                  </a:lnTo>
                  <a:lnTo>
                    <a:pt x="182689" y="0"/>
                  </a:lnTo>
                  <a:close/>
                </a:path>
              </a:pathLst>
            </a:custGeom>
            <a:solidFill>
              <a:srgbClr val="595757"/>
            </a:solidFill>
          </p:spPr>
          <p:txBody>
            <a:bodyPr wrap="square" lIns="0" tIns="0" rIns="0" bIns="0" rtlCol="0"/>
            <a:lstStyle/>
            <a:p>
              <a:endParaRPr dirty="0"/>
            </a:p>
          </p:txBody>
        </p:sp>
        <p:sp>
          <p:nvSpPr>
            <p:cNvPr id="30" name="object 12">
              <a:extLst>
                <a:ext uri="{FF2B5EF4-FFF2-40B4-BE49-F238E27FC236}">
                  <a16:creationId xmlns:a16="http://schemas.microsoft.com/office/drawing/2014/main" id="{7A53D38B-4F30-4D8F-995F-7125E3DAF04B}"/>
                </a:ext>
              </a:extLst>
            </p:cNvPr>
            <p:cNvSpPr/>
            <p:nvPr/>
          </p:nvSpPr>
          <p:spPr>
            <a:xfrm>
              <a:off x="15087434" y="12485414"/>
              <a:ext cx="335915" cy="366395"/>
            </a:xfrm>
            <a:custGeom>
              <a:avLst/>
              <a:gdLst/>
              <a:ahLst/>
              <a:cxnLst/>
              <a:rect l="l" t="t" r="r" b="b"/>
              <a:pathLst>
                <a:path w="335915" h="366395">
                  <a:moveTo>
                    <a:pt x="182689" y="0"/>
                  </a:moveTo>
                  <a:lnTo>
                    <a:pt x="138412" y="5297"/>
                  </a:lnTo>
                  <a:lnTo>
                    <a:pt x="95972" y="21017"/>
                  </a:lnTo>
                  <a:lnTo>
                    <a:pt x="58140" y="46897"/>
                  </a:lnTo>
                  <a:lnTo>
                    <a:pt x="27687" y="82677"/>
                  </a:lnTo>
                  <a:lnTo>
                    <a:pt x="7383" y="128096"/>
                  </a:lnTo>
                  <a:lnTo>
                    <a:pt x="0" y="182892"/>
                  </a:lnTo>
                  <a:lnTo>
                    <a:pt x="7885" y="237063"/>
                  </a:lnTo>
                  <a:lnTo>
                    <a:pt x="29449" y="282327"/>
                  </a:lnTo>
                  <a:lnTo>
                    <a:pt x="61550" y="318265"/>
                  </a:lnTo>
                  <a:lnTo>
                    <a:pt x="101046" y="344455"/>
                  </a:lnTo>
                  <a:lnTo>
                    <a:pt x="144797" y="360478"/>
                  </a:lnTo>
                  <a:lnTo>
                    <a:pt x="189661" y="365912"/>
                  </a:lnTo>
                  <a:lnTo>
                    <a:pt x="228746" y="363432"/>
                  </a:lnTo>
                  <a:lnTo>
                    <a:pt x="298028" y="343714"/>
                  </a:lnTo>
                  <a:lnTo>
                    <a:pt x="332663" y="322961"/>
                  </a:lnTo>
                  <a:lnTo>
                    <a:pt x="335635" y="317080"/>
                  </a:lnTo>
                  <a:lnTo>
                    <a:pt x="335622" y="161302"/>
                  </a:lnTo>
                  <a:lnTo>
                    <a:pt x="202145" y="156121"/>
                  </a:lnTo>
                  <a:lnTo>
                    <a:pt x="196976" y="227469"/>
                  </a:lnTo>
                  <a:lnTo>
                    <a:pt x="252552" y="232638"/>
                  </a:lnTo>
                  <a:lnTo>
                    <a:pt x="254393" y="234467"/>
                  </a:lnTo>
                  <a:lnTo>
                    <a:pt x="252298" y="272872"/>
                  </a:lnTo>
                  <a:lnTo>
                    <a:pt x="203089" y="283095"/>
                  </a:lnTo>
                  <a:lnTo>
                    <a:pt x="183121" y="283044"/>
                  </a:lnTo>
                  <a:lnTo>
                    <a:pt x="154542" y="277662"/>
                  </a:lnTo>
                  <a:lnTo>
                    <a:pt x="124744" y="261229"/>
                  </a:lnTo>
                  <a:lnTo>
                    <a:pt x="101305" y="230656"/>
                  </a:lnTo>
                  <a:lnTo>
                    <a:pt x="91808" y="182854"/>
                  </a:lnTo>
                  <a:lnTo>
                    <a:pt x="100876" y="136194"/>
                  </a:lnTo>
                  <a:lnTo>
                    <a:pt x="123567" y="105198"/>
                  </a:lnTo>
                  <a:lnTo>
                    <a:pt x="153112" y="87983"/>
                  </a:lnTo>
                  <a:lnTo>
                    <a:pt x="182740" y="82664"/>
                  </a:lnTo>
                  <a:lnTo>
                    <a:pt x="205114" y="84609"/>
                  </a:lnTo>
                  <a:lnTo>
                    <a:pt x="224482" y="90501"/>
                  </a:lnTo>
                  <a:lnTo>
                    <a:pt x="241015" y="100425"/>
                  </a:lnTo>
                  <a:lnTo>
                    <a:pt x="254888" y="114465"/>
                  </a:lnTo>
                  <a:lnTo>
                    <a:pt x="258711" y="119367"/>
                  </a:lnTo>
                  <a:lnTo>
                    <a:pt x="265760" y="120294"/>
                  </a:lnTo>
                  <a:lnTo>
                    <a:pt x="324269" y="77190"/>
                  </a:lnTo>
                  <a:lnTo>
                    <a:pt x="325246" y="68986"/>
                  </a:lnTo>
                  <a:lnTo>
                    <a:pt x="320751" y="63411"/>
                  </a:lnTo>
                  <a:lnTo>
                    <a:pt x="293735" y="36968"/>
                  </a:lnTo>
                  <a:lnTo>
                    <a:pt x="260864" y="17008"/>
                  </a:lnTo>
                  <a:lnTo>
                    <a:pt x="223421" y="4396"/>
                  </a:lnTo>
                  <a:lnTo>
                    <a:pt x="182689" y="0"/>
                  </a:lnTo>
                  <a:close/>
                </a:path>
              </a:pathLst>
            </a:custGeom>
            <a:solidFill>
              <a:srgbClr val="595757"/>
            </a:solidFill>
          </p:spPr>
          <p:txBody>
            <a:bodyPr wrap="square" lIns="0" tIns="0" rIns="0" bIns="0" rtlCol="0"/>
            <a:lstStyle/>
            <a:p>
              <a:endParaRPr dirty="0"/>
            </a:p>
          </p:txBody>
        </p:sp>
      </p:grpSp>
      <p:sp>
        <p:nvSpPr>
          <p:cNvPr id="16" name="bg object 16"/>
          <p:cNvSpPr/>
          <p:nvPr/>
        </p:nvSpPr>
        <p:spPr>
          <a:xfrm>
            <a:off x="0" y="0"/>
            <a:ext cx="12192000" cy="6857615"/>
          </a:xfrm>
          <a:custGeom>
            <a:avLst/>
            <a:gdLst/>
            <a:ahLst/>
            <a:cxnLst/>
            <a:rect l="l" t="t" r="r" b="b"/>
            <a:pathLst>
              <a:path w="20104100" h="11308715">
                <a:moveTo>
                  <a:pt x="0" y="0"/>
                </a:moveTo>
                <a:lnTo>
                  <a:pt x="20104099" y="0"/>
                </a:lnTo>
                <a:lnTo>
                  <a:pt x="20104099" y="11308556"/>
                </a:lnTo>
                <a:lnTo>
                  <a:pt x="0" y="11308556"/>
                </a:lnTo>
                <a:lnTo>
                  <a:pt x="0" y="0"/>
                </a:lnTo>
                <a:close/>
              </a:path>
            </a:pathLst>
          </a:custGeom>
          <a:ln w="3175">
            <a:solidFill>
              <a:srgbClr val="221714"/>
            </a:solidFill>
          </a:ln>
        </p:spPr>
        <p:txBody>
          <a:bodyPr wrap="square" lIns="0" tIns="0" rIns="0" bIns="0" rtlCol="0"/>
          <a:lstStyle/>
          <a:p>
            <a:endParaRPr dirty="0"/>
          </a:p>
        </p:txBody>
      </p:sp>
      <p:sp>
        <p:nvSpPr>
          <p:cNvPr id="10" name="object 2">
            <a:extLst>
              <a:ext uri="{FF2B5EF4-FFF2-40B4-BE49-F238E27FC236}">
                <a16:creationId xmlns:a16="http://schemas.microsoft.com/office/drawing/2014/main" id="{0E8F417A-4B81-9547-83F1-D6A9B18CF865}"/>
              </a:ext>
            </a:extLst>
          </p:cNvPr>
          <p:cNvSpPr/>
          <p:nvPr userDrawn="1"/>
        </p:nvSpPr>
        <p:spPr>
          <a:xfrm>
            <a:off x="0" y="0"/>
            <a:ext cx="304800" cy="762000"/>
          </a:xfrm>
          <a:custGeom>
            <a:avLst/>
            <a:gdLst/>
            <a:ahLst/>
            <a:cxnLst/>
            <a:rect l="l" t="t" r="r" b="b"/>
            <a:pathLst>
              <a:path w="20104100" h="367030">
                <a:moveTo>
                  <a:pt x="20104099" y="0"/>
                </a:moveTo>
                <a:lnTo>
                  <a:pt x="0" y="0"/>
                </a:lnTo>
                <a:lnTo>
                  <a:pt x="0" y="366480"/>
                </a:lnTo>
                <a:lnTo>
                  <a:pt x="20104099" y="366480"/>
                </a:lnTo>
                <a:lnTo>
                  <a:pt x="20104099" y="0"/>
                </a:lnTo>
                <a:close/>
              </a:path>
            </a:pathLst>
          </a:custGeom>
          <a:solidFill>
            <a:srgbClr val="003894"/>
          </a:solidFill>
        </p:spPr>
        <p:txBody>
          <a:bodyPr wrap="square" lIns="0" tIns="0" rIns="0" bIns="0" rtlCol="0"/>
          <a:lstStyle/>
          <a:p>
            <a:endParaRPr dirty="0"/>
          </a:p>
        </p:txBody>
      </p:sp>
      <p:sp>
        <p:nvSpPr>
          <p:cNvPr id="34" name="object 51">
            <a:extLst>
              <a:ext uri="{FF2B5EF4-FFF2-40B4-BE49-F238E27FC236}">
                <a16:creationId xmlns:a16="http://schemas.microsoft.com/office/drawing/2014/main" id="{DC1CD1E4-2C01-3746-B091-E8A59904ED60}"/>
              </a:ext>
            </a:extLst>
          </p:cNvPr>
          <p:cNvSpPr txBox="1">
            <a:spLocks/>
          </p:cNvSpPr>
          <p:nvPr userDrawn="1"/>
        </p:nvSpPr>
        <p:spPr>
          <a:xfrm>
            <a:off x="1428690" y="6248697"/>
            <a:ext cx="4121400" cy="134954"/>
          </a:xfrm>
          <a:prstGeom prst="rect">
            <a:avLst/>
          </a:prstGeom>
        </p:spPr>
        <p:txBody>
          <a:bodyPr vert="horz" wrap="square" lIns="0" tIns="4236" rIns="0" bIns="0" rtlCol="0">
            <a:spAutoFit/>
          </a:bodyPr>
          <a:lstStyle>
            <a:defPPr>
              <a:defRPr kern="0"/>
            </a:defPPr>
          </a:lstStyle>
          <a:p>
            <a:pPr marL="7701">
              <a:lnSpc>
                <a:spcPct val="100000"/>
              </a:lnSpc>
              <a:spcBef>
                <a:spcPts val="33"/>
              </a:spcBef>
            </a:pPr>
            <a:r>
              <a:rPr lang="en-US" altLang="ja-JP" sz="849" b="0" i="0" spc="55" dirty="0">
                <a:solidFill>
                  <a:srgbClr val="231815"/>
                </a:solidFill>
                <a:latin typeface="Helvetica Neue Light" panose="02000403000000020004" pitchFamily="2" charset="0"/>
                <a:ea typeface="Helvetica Neue Light" panose="02000403000000020004" pitchFamily="2" charset="0"/>
              </a:rPr>
              <a:t>©2026</a:t>
            </a:r>
            <a:r>
              <a:rPr lang="en-US" altLang="ja-JP" sz="849" b="0" i="0" spc="173" dirty="0">
                <a:solidFill>
                  <a:srgbClr val="231815"/>
                </a:solidFill>
                <a:latin typeface="Helvetica Neue Light" panose="02000403000000020004" pitchFamily="2" charset="0"/>
                <a:ea typeface="Helvetica Neue Light" panose="02000403000000020004" pitchFamily="2" charset="0"/>
              </a:rPr>
              <a:t> </a:t>
            </a:r>
            <a:r>
              <a:rPr lang="en-US" altLang="ja-JP" sz="849" b="0" i="0" spc="61" dirty="0">
                <a:solidFill>
                  <a:srgbClr val="231815"/>
                </a:solidFill>
                <a:latin typeface="Helvetica Neue Light" panose="02000403000000020004" pitchFamily="2" charset="0"/>
                <a:ea typeface="Helvetica Neue Light" panose="02000403000000020004" pitchFamily="2" charset="0"/>
              </a:rPr>
              <a:t>GENETEC</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55" dirty="0">
                <a:solidFill>
                  <a:srgbClr val="231815"/>
                </a:solidFill>
                <a:latin typeface="Helvetica Neue Light" panose="02000403000000020004" pitchFamily="2" charset="0"/>
                <a:ea typeface="Helvetica Neue Light" panose="02000403000000020004" pitchFamily="2" charset="0"/>
              </a:rPr>
              <a:t>CORPORATION</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49" dirty="0">
                <a:solidFill>
                  <a:srgbClr val="231815"/>
                </a:solidFill>
                <a:latin typeface="Helvetica Neue Light" panose="02000403000000020004" pitchFamily="2" charset="0"/>
                <a:ea typeface="Helvetica Neue Light" panose="02000403000000020004" pitchFamily="2" charset="0"/>
              </a:rPr>
              <a:t>All</a:t>
            </a:r>
            <a:r>
              <a:rPr lang="en-US" altLang="ja-JP" sz="849" b="0" i="0" spc="179" dirty="0">
                <a:solidFill>
                  <a:srgbClr val="231815"/>
                </a:solidFill>
                <a:latin typeface="Helvetica Neue Light" panose="02000403000000020004" pitchFamily="2" charset="0"/>
                <a:ea typeface="Helvetica Neue Light" panose="02000403000000020004" pitchFamily="2" charset="0"/>
              </a:rPr>
              <a:t> </a:t>
            </a:r>
            <a:r>
              <a:rPr lang="en-US" altLang="ja-JP" sz="849" b="0" i="0" spc="64" dirty="0">
                <a:solidFill>
                  <a:srgbClr val="231815"/>
                </a:solidFill>
                <a:latin typeface="Helvetica Neue Light" panose="02000403000000020004" pitchFamily="2" charset="0"/>
                <a:ea typeface="Helvetica Neue Light" panose="02000403000000020004" pitchFamily="2" charset="0"/>
              </a:rPr>
              <a:t>Rights</a:t>
            </a:r>
            <a:r>
              <a:rPr lang="en-US" altLang="ja-JP" sz="849" b="0" i="0" spc="182" dirty="0">
                <a:solidFill>
                  <a:srgbClr val="231815"/>
                </a:solidFill>
                <a:latin typeface="Helvetica Neue Light" panose="02000403000000020004" pitchFamily="2" charset="0"/>
                <a:ea typeface="Helvetica Neue Light" panose="02000403000000020004" pitchFamily="2" charset="0"/>
              </a:rPr>
              <a:t> </a:t>
            </a:r>
            <a:r>
              <a:rPr lang="en-US" altLang="ja-JP" sz="849" b="0" i="0" spc="67" dirty="0">
                <a:solidFill>
                  <a:srgbClr val="231815"/>
                </a:solidFill>
                <a:latin typeface="Helvetica Neue Light" panose="02000403000000020004" pitchFamily="2" charset="0"/>
                <a:ea typeface="Helvetica Neue Light" panose="02000403000000020004" pitchFamily="2" charset="0"/>
              </a:rPr>
              <a:t>Reserved.</a:t>
            </a:r>
          </a:p>
        </p:txBody>
      </p:sp>
      <p:sp>
        <p:nvSpPr>
          <p:cNvPr id="14" name="テキスト ボックス 13">
            <a:extLst>
              <a:ext uri="{FF2B5EF4-FFF2-40B4-BE49-F238E27FC236}">
                <a16:creationId xmlns:a16="http://schemas.microsoft.com/office/drawing/2014/main" id="{5B9FB54D-625E-4FBA-AEA0-3EB3E0B8C20A}"/>
              </a:ext>
            </a:extLst>
          </p:cNvPr>
          <p:cNvSpPr txBox="1"/>
          <p:nvPr userDrawn="1"/>
        </p:nvSpPr>
        <p:spPr>
          <a:xfrm>
            <a:off x="739776" y="6122253"/>
            <a:ext cx="554532" cy="400238"/>
          </a:xfrm>
          <a:prstGeom prst="rect">
            <a:avLst/>
          </a:prstGeom>
          <a:noFill/>
        </p:spPr>
        <p:txBody>
          <a:bodyPr wrap="square" rtlCol="0">
            <a:spAutoFit/>
          </a:bodyPr>
          <a:lstStyle/>
          <a:p>
            <a:fld id="{7A5FB499-DB95-416D-BB8C-2100A0B44125}" type="slidenum">
              <a:rPr kumimoji="1" lang="en-US" altLang="ja-JP" sz="2001" baseline="0" smtClean="0">
                <a:solidFill>
                  <a:srgbClr val="003894"/>
                </a:solidFill>
                <a:latin typeface="Segoe UI Historic" panose="020B0502040204020203" pitchFamily="34" charset="0"/>
                <a:ea typeface="游ゴシック" panose="020B0400000000000000" pitchFamily="50" charset="-128"/>
              </a:rPr>
              <a:t>‹#›</a:t>
            </a:fld>
            <a:endParaRPr kumimoji="1" lang="en-US" altLang="ja-JP" sz="2001" baseline="0" dirty="0">
              <a:solidFill>
                <a:srgbClr val="003894"/>
              </a:solidFill>
              <a:latin typeface="Segoe UI Historic" panose="020B0502040204020203" pitchFamily="34" charset="0"/>
              <a:ea typeface="游ゴシック" panose="020B0400000000000000" pitchFamily="50" charset="-128"/>
            </a:endParaRPr>
          </a:p>
        </p:txBody>
      </p:sp>
      <p:sp>
        <p:nvSpPr>
          <p:cNvPr id="2" name="タイトル プレースホルダー 1">
            <a:extLst>
              <a:ext uri="{FF2B5EF4-FFF2-40B4-BE49-F238E27FC236}">
                <a16:creationId xmlns:a16="http://schemas.microsoft.com/office/drawing/2014/main" id="{41C28F4F-44AB-45EE-9EAE-A9F49C1C362C}"/>
              </a:ext>
            </a:extLst>
          </p:cNvPr>
          <p:cNvSpPr>
            <a:spLocks noGrp="1"/>
          </p:cNvSpPr>
          <p:nvPr>
            <p:ph type="title"/>
          </p:nvPr>
        </p:nvSpPr>
        <p:spPr>
          <a:xfrm>
            <a:off x="304800" y="0"/>
            <a:ext cx="10515600" cy="762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7C0CD47-E147-43D3-83B7-39FFED15AABA}"/>
              </a:ext>
            </a:extLst>
          </p:cNvPr>
          <p:cNvSpPr>
            <a:spLocks noGrp="1"/>
          </p:cNvSpPr>
          <p:nvPr>
            <p:ph type="body" idx="1"/>
          </p:nvPr>
        </p:nvSpPr>
        <p:spPr>
          <a:xfrm>
            <a:off x="596595" y="1066800"/>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56803666"/>
      </p:ext>
    </p:extLst>
  </p:cSld>
  <p:clrMap bg1="lt1" tx1="dk1" bg2="lt2" tx2="dk2" accent1="accent1" accent2="accent2" accent3="accent3" accent4="accent4" accent5="accent5" accent6="accent6" hlink="hlink" folHlink="folHlink"/>
  <p:sldLayoutIdLst>
    <p:sldLayoutId id="2147483674" r:id="rId1"/>
  </p:sldLayoutIdLst>
  <p:hf sldNum="0" hdr="0" ftr="0" dt="0"/>
  <p:txStyles>
    <p:titleStyle>
      <a:lvl1pPr>
        <a:defRPr sz="4000">
          <a:latin typeface="BIZ UDPゴシック" panose="020B0400000000000000" pitchFamily="50" charset="-128"/>
          <a:ea typeface="BIZ UDPゴシック" panose="020B0400000000000000" pitchFamily="50" charset="-128"/>
          <a:cs typeface="+mj-cs"/>
        </a:defRPr>
      </a:lvl1pPr>
    </p:titleStyle>
    <p:bodyStyle>
      <a:lvl1pPr marL="0">
        <a:defRPr sz="4000">
          <a:latin typeface="BIZ UDPゴシック" panose="020B0400000000000000" pitchFamily="50" charset="-128"/>
          <a:ea typeface="BIZ UDPゴシック" panose="020B0400000000000000" pitchFamily="50" charset="-128"/>
          <a:cs typeface="+mn-cs"/>
        </a:defRPr>
      </a:lvl1pPr>
      <a:lvl2pPr marL="277246">
        <a:defRPr>
          <a:latin typeface="BIZ UDPゴシック" panose="020B0400000000000000" pitchFamily="50" charset="-128"/>
          <a:ea typeface="BIZ UDPゴシック" panose="020B0400000000000000" pitchFamily="50" charset="-128"/>
          <a:cs typeface="+mn-cs"/>
        </a:defRPr>
      </a:lvl2pPr>
      <a:lvl3pPr marL="554492">
        <a:defRPr>
          <a:latin typeface="BIZ UDPゴシック" panose="020B0400000000000000" pitchFamily="50" charset="-128"/>
          <a:ea typeface="BIZ UDPゴシック" panose="020B0400000000000000" pitchFamily="50" charset="-128"/>
          <a:cs typeface="+mn-cs"/>
        </a:defRPr>
      </a:lvl3pPr>
      <a:lvl4pPr marL="831738">
        <a:defRPr>
          <a:latin typeface="BIZ UDPゴシック" panose="020B0400000000000000" pitchFamily="50" charset="-128"/>
          <a:ea typeface="BIZ UDPゴシック" panose="020B0400000000000000" pitchFamily="50" charset="-128"/>
          <a:cs typeface="+mn-cs"/>
        </a:defRPr>
      </a:lvl4pPr>
      <a:lvl5pPr marL="1108984">
        <a:defRPr>
          <a:latin typeface="BIZ UDPゴシック" panose="020B0400000000000000" pitchFamily="50" charset="-128"/>
          <a:ea typeface="BIZ UDPゴシック" panose="020B0400000000000000" pitchFamily="50" charset="-128"/>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hyperlink" Target="https://www.renesas.com/jp/ja/products/ip-products/partners/genetec"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8.png"/><Relationship Id="rId4" Type="http://schemas.openxmlformats.org/officeDocument/2006/relationships/image" Target="../media/image3.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0392" y="2743200"/>
            <a:ext cx="10058400" cy="1507400"/>
          </a:xfrm>
          <a:prstGeom prst="rect">
            <a:avLst/>
          </a:prstGeom>
          <a:noFill/>
        </p:spPr>
        <p:txBody>
          <a:bodyPr wrap="square">
            <a:spAutoFit/>
          </a:bodyPr>
          <a:lstStyle/>
          <a:p>
            <a:pPr>
              <a:lnSpc>
                <a:spcPct val="120000"/>
              </a:lnSpc>
            </a:pPr>
            <a:r>
              <a:rPr sz="4000" b="0">
                <a:solidFill>
                  <a:srgbClr val="1A1A1A"/>
                </a:solidFill>
                <a:latin typeface="Noto Sans JP"/>
              </a:rPr>
              <a:t>組み込み開発者向けCI/CD入門</a:t>
            </a:r>
            <a:endParaRPr lang="en-US" sz="4000" b="0">
              <a:solidFill>
                <a:srgbClr val="1A1A1A"/>
              </a:solidFill>
              <a:latin typeface="Noto Sans JP"/>
            </a:endParaRPr>
          </a:p>
          <a:p>
            <a:pPr>
              <a:lnSpc>
                <a:spcPct val="120000"/>
              </a:lnSpc>
            </a:pPr>
            <a:r>
              <a:rPr sz="4000" b="0">
                <a:solidFill>
                  <a:srgbClr val="1A1A1A"/>
                </a:solidFill>
                <a:latin typeface="Noto Sans JP"/>
              </a:rPr>
              <a:t>（GitHub Actions実践研修）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前提知識（受講前に押さえること）</a:t>
            </a:r>
          </a:p>
        </p:txBody>
      </p:sp>
      <p:sp>
        <p:nvSpPr>
          <p:cNvPr id="4" name="TextBox 3"/>
          <p:cNvSpPr txBox="1"/>
          <p:nvPr/>
        </p:nvSpPr>
        <p:spPr>
          <a:xfrm>
            <a:off x="868680" y="1554480"/>
            <a:ext cx="10424160" cy="3580788"/>
          </a:xfrm>
          <a:prstGeom prst="rect">
            <a:avLst/>
          </a:prstGeom>
          <a:noFill/>
        </p:spPr>
        <p:txBody>
          <a:bodyPr wrap="square">
            <a:spAutoFit/>
          </a:bodyPr>
          <a:lstStyle/>
          <a:p>
            <a:pPr>
              <a:lnSpc>
                <a:spcPct val="140000"/>
              </a:lnSpc>
            </a:pPr>
            <a:r>
              <a:rPr sz="1700" b="0">
                <a:solidFill>
                  <a:srgbClr val="1A1A1A"/>
                </a:solidFill>
                <a:latin typeface="Noto Sans JP"/>
              </a:rPr>
              <a:t>本研修はGitHub Actionsで実際に手を動かします。以下の基礎があるとスムーズです</a:t>
            </a:r>
            <a:endParaRPr lang="en-US" sz="1700" b="0">
              <a:solidFill>
                <a:srgbClr val="1A1A1A"/>
              </a:solidFill>
              <a:latin typeface="Noto Sans JP"/>
            </a:endParaRPr>
          </a:p>
          <a:p>
            <a:pPr>
              <a:lnSpc>
                <a:spcPct val="140000"/>
              </a:lnSpc>
            </a:pPr>
            <a:r>
              <a:rPr sz="1700" b="0">
                <a:solidFill>
                  <a:srgbClr val="1A1A1A"/>
                </a:solidFill>
                <a:latin typeface="Noto Sans JP"/>
              </a:rPr>
              <a:t>（未習でも研修中にフォローします）。</a:t>
            </a:r>
          </a:p>
          <a:p>
            <a:pPr>
              <a:lnSpc>
                <a:spcPct val="140000"/>
              </a:lnSpc>
            </a:pPr>
            <a:endParaRPr lang="en-US" sz="1700" b="0">
              <a:solidFill>
                <a:srgbClr val="1A1A1A"/>
              </a:solidFill>
              <a:latin typeface="Noto Sans JP"/>
            </a:endParaRPr>
          </a:p>
          <a:p>
            <a:pPr>
              <a:lnSpc>
                <a:spcPct val="140000"/>
              </a:lnSpc>
            </a:pPr>
            <a:r>
              <a:rPr sz="1700" b="1">
                <a:solidFill>
                  <a:srgbClr val="0070C0"/>
                </a:solidFill>
                <a:latin typeface="Noto Sans JP"/>
              </a:rPr>
              <a:t>Git / GitHub：</a:t>
            </a:r>
            <a:r>
              <a:rPr sz="1700" b="0">
                <a:solidFill>
                  <a:srgbClr val="1A1A1A"/>
                </a:solidFill>
                <a:latin typeface="Noto Sans JP"/>
              </a:rPr>
              <a:t>リポジトリとは何か、clone・commit・push の基本操作</a:t>
            </a:r>
          </a:p>
          <a:p>
            <a:pPr>
              <a:lnSpc>
                <a:spcPct val="140000"/>
              </a:lnSpc>
            </a:pPr>
            <a:r>
              <a:rPr sz="1700" b="1">
                <a:solidFill>
                  <a:srgbClr val="0070C0"/>
                </a:solidFill>
                <a:latin typeface="Noto Sans JP"/>
              </a:rPr>
              <a:t>コマンドライン（CLI）：</a:t>
            </a:r>
            <a:r>
              <a:rPr sz="1700" b="0">
                <a:solidFill>
                  <a:srgbClr val="1A1A1A"/>
                </a:solidFill>
                <a:latin typeface="Noto Sans JP"/>
              </a:rPr>
              <a:t>cd・ls・コマンド実行など、黒い画面の基本操作</a:t>
            </a:r>
          </a:p>
          <a:p>
            <a:pPr>
              <a:lnSpc>
                <a:spcPct val="140000"/>
              </a:lnSpc>
            </a:pPr>
            <a:r>
              <a:rPr sz="1700" b="1">
                <a:solidFill>
                  <a:srgbClr val="0070C0"/>
                </a:solidFill>
                <a:latin typeface="Noto Sans JP"/>
              </a:rPr>
              <a:t>C言語：</a:t>
            </a:r>
            <a:r>
              <a:rPr sz="1700" b="0">
                <a:solidFill>
                  <a:srgbClr val="1A1A1A"/>
                </a:solidFill>
                <a:latin typeface="Noto Sans JP"/>
              </a:rPr>
              <a:t>簡単なプログラムの読み書き（演習はC言語の題材を使用）</a:t>
            </a:r>
          </a:p>
          <a:p>
            <a:pPr>
              <a:lnSpc>
                <a:spcPct val="140000"/>
              </a:lnSpc>
            </a:pPr>
            <a:r>
              <a:rPr sz="1700" b="1">
                <a:solidFill>
                  <a:srgbClr val="0070C0"/>
                </a:solidFill>
                <a:latin typeface="Noto Sans JP"/>
              </a:rPr>
              <a:t>ビルド：</a:t>
            </a:r>
            <a:r>
              <a:rPr sz="1700" b="0">
                <a:solidFill>
                  <a:srgbClr val="1A1A1A"/>
                </a:solidFill>
                <a:latin typeface="Noto Sans JP"/>
              </a:rPr>
              <a:t>Makefile と make コマンドが「</a:t>
            </a:r>
            <a:r>
              <a:rPr lang="ja-JP" altLang="en-US" sz="1700" b="0">
                <a:solidFill>
                  <a:srgbClr val="1A1A1A"/>
                </a:solidFill>
                <a:latin typeface="Noto Sans JP"/>
              </a:rPr>
              <a:t>ビルド</a:t>
            </a:r>
            <a:r>
              <a:rPr sz="1700" b="0">
                <a:solidFill>
                  <a:srgbClr val="1A1A1A"/>
                </a:solidFill>
                <a:latin typeface="Noto Sans JP"/>
              </a:rPr>
              <a:t>手順をコード化」する役割</a:t>
            </a:r>
          </a:p>
          <a:p>
            <a:pPr>
              <a:lnSpc>
                <a:spcPct val="140000"/>
              </a:lnSpc>
            </a:pPr>
            <a:r>
              <a:rPr sz="1700" b="1">
                <a:solidFill>
                  <a:srgbClr val="0070C0"/>
                </a:solidFill>
                <a:latin typeface="Noto Sans JP"/>
              </a:rPr>
              <a:t>テスト：</a:t>
            </a:r>
            <a:r>
              <a:rPr sz="1700" b="0">
                <a:solidFill>
                  <a:srgbClr val="1A1A1A"/>
                </a:solidFill>
                <a:latin typeface="Noto Sans JP"/>
              </a:rPr>
              <a:t>assert を使った単体テストの基本的な考え方</a:t>
            </a:r>
            <a:endParaRPr lang="en-US" sz="1700" b="0">
              <a:solidFill>
                <a:srgbClr val="1A1A1A"/>
              </a:solidFill>
              <a:latin typeface="Noto Sans JP"/>
            </a:endParaRPr>
          </a:p>
          <a:p>
            <a:pPr>
              <a:lnSpc>
                <a:spcPct val="140000"/>
              </a:lnSpc>
            </a:pPr>
            <a:endParaRPr sz="1700" b="0">
              <a:solidFill>
                <a:srgbClr val="1A1A1A"/>
              </a:solidFill>
              <a:latin typeface="Noto Sans JP"/>
            </a:endParaRPr>
          </a:p>
          <a:p>
            <a:pPr>
              <a:lnSpc>
                <a:spcPct val="140000"/>
              </a:lnSpc>
            </a:pPr>
            <a:r>
              <a:rPr sz="1000" b="0">
                <a:solidFill>
                  <a:srgbClr val="1A1A1A"/>
                </a:solidFill>
                <a:latin typeface="Noto Sans JP"/>
              </a:rPr>
              <a:t>※ 未習の項目は事前学習を推奨します。完璧でなくても構いません。</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2</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2712720"/>
            <a:ext cx="10424160" cy="2486322"/>
          </a:xfrm>
          <a:prstGeom prst="rect">
            <a:avLst/>
          </a:prstGeom>
          <a:noFill/>
        </p:spPr>
        <p:txBody>
          <a:bodyPr wrap="square">
            <a:spAutoFit/>
          </a:bodyPr>
          <a:lstStyle/>
          <a:p>
            <a:pPr>
              <a:lnSpc>
                <a:spcPct val="120000"/>
              </a:lnSpc>
            </a:pPr>
            <a:r>
              <a:rPr sz="2800" b="0">
                <a:solidFill>
                  <a:srgbClr val="1A1A1A"/>
                </a:solidFill>
                <a:latin typeface="Noto Sans JP"/>
              </a:rPr>
              <a:t>CI/CDの基礎概念と必要性</a:t>
            </a:r>
            <a:endParaRPr lang="en-US" sz="2800" b="0">
              <a:solidFill>
                <a:srgbClr val="1A1A1A"/>
              </a:solidFill>
              <a:latin typeface="Noto Sans JP"/>
            </a:endParaRPr>
          </a:p>
          <a:p>
            <a:pPr>
              <a:lnSpc>
                <a:spcPct val="120000"/>
              </a:lnSpc>
            </a:pPr>
            <a:endParaRPr lang="en-US" sz="2800">
              <a:solidFill>
                <a:srgbClr val="1A1A1A"/>
              </a:solidFill>
              <a:latin typeface="Noto Sans JP"/>
            </a:endParaRPr>
          </a:p>
          <a:p>
            <a:pPr>
              <a:lnSpc>
                <a:spcPct val="120000"/>
              </a:lnSpc>
            </a:pPr>
            <a:r>
              <a:rPr lang="ja-JP" altLang="en-US" sz="1600">
                <a:solidFill>
                  <a:srgbClr val="0070C0"/>
                </a:solidFill>
              </a:rPr>
              <a:t>　</a:t>
            </a:r>
            <a:r>
              <a:rPr lang="ja-JP" altLang="ja-JP" sz="1600">
                <a:solidFill>
                  <a:srgbClr val="0070C0"/>
                </a:solidFill>
              </a:rPr>
              <a:t>Continuous Integration</a:t>
            </a:r>
            <a:endParaRPr lang="en-US" altLang="ja-JP" sz="1600">
              <a:solidFill>
                <a:srgbClr val="0070C0"/>
              </a:solidFill>
            </a:endParaRPr>
          </a:p>
          <a:p>
            <a:pPr>
              <a:lnSpc>
                <a:spcPct val="120000"/>
              </a:lnSpc>
            </a:pPr>
            <a:r>
              <a:rPr lang="ja-JP" altLang="en-US" sz="1600">
                <a:solidFill>
                  <a:srgbClr val="0070C0"/>
                </a:solidFill>
              </a:rPr>
              <a:t>　</a:t>
            </a:r>
            <a:r>
              <a:rPr lang="ja-JP" altLang="ja-JP" sz="1600">
                <a:solidFill>
                  <a:srgbClr val="0070C0"/>
                </a:solidFill>
              </a:rPr>
              <a:t>Continuous Delivery</a:t>
            </a:r>
            <a:endParaRPr lang="en-US" altLang="ja-JP" sz="1600">
              <a:solidFill>
                <a:srgbClr val="0070C0"/>
              </a:solidFill>
            </a:endParaRPr>
          </a:p>
          <a:p>
            <a:pPr>
              <a:lnSpc>
                <a:spcPct val="120000"/>
              </a:lnSpc>
            </a:pPr>
            <a:r>
              <a:rPr lang="ja-JP" altLang="ja-JP" sz="1600">
                <a:solidFill>
                  <a:srgbClr val="0070C0"/>
                </a:solidFill>
              </a:rPr>
              <a:t>（または Continuous Deployment）</a:t>
            </a:r>
          </a:p>
          <a:p>
            <a:pPr>
              <a:lnSpc>
                <a:spcPct val="120000"/>
              </a:lnSpc>
            </a:pPr>
            <a:endParaRPr sz="2800" b="0">
              <a:solidFill>
                <a:srgbClr val="1A1A1A"/>
              </a:solidFill>
              <a:latin typeface="Noto Sans JP"/>
            </a:endParaRPr>
          </a:p>
        </p:txBody>
      </p:sp>
      <p:sp>
        <p:nvSpPr>
          <p:cNvPr id="4" name="TextBox 3"/>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3</a:t>
            </a:r>
          </a:p>
        </p:txBody>
      </p:sp>
      <p:pic>
        <p:nvPicPr>
          <p:cNvPr id="5" name="Picture 4"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CI/CD研修の目的と全体像</a:t>
            </a:r>
          </a:p>
        </p:txBody>
      </p:sp>
      <p:sp>
        <p:nvSpPr>
          <p:cNvPr id="4" name="TextBox 3"/>
          <p:cNvSpPr txBox="1"/>
          <p:nvPr/>
        </p:nvSpPr>
        <p:spPr>
          <a:xfrm>
            <a:off x="868680" y="1554480"/>
            <a:ext cx="10424160" cy="2982804"/>
          </a:xfrm>
          <a:prstGeom prst="rect">
            <a:avLst/>
          </a:prstGeom>
          <a:noFill/>
        </p:spPr>
        <p:txBody>
          <a:bodyPr wrap="square">
            <a:spAutoFit/>
          </a:bodyPr>
          <a:lstStyle/>
          <a:p>
            <a:pPr>
              <a:lnSpc>
                <a:spcPct val="140000"/>
              </a:lnSpc>
            </a:pPr>
            <a:r>
              <a:rPr sz="1700" b="1">
                <a:solidFill>
                  <a:srgbClr val="0070C0"/>
                </a:solidFill>
                <a:latin typeface="Noto Sans JP"/>
              </a:rPr>
              <a:t>CI/CDの概要</a:t>
            </a:r>
          </a:p>
          <a:p>
            <a:pPr>
              <a:lnSpc>
                <a:spcPct val="140000"/>
              </a:lnSpc>
            </a:pPr>
            <a:r>
              <a:rPr lang="ja-JP" altLang="en-US" sz="1700" b="0">
                <a:solidFill>
                  <a:srgbClr val="1A1A1A"/>
                </a:solidFill>
                <a:latin typeface="Noto Sans JP"/>
              </a:rPr>
              <a:t>　</a:t>
            </a:r>
            <a:r>
              <a:rPr sz="1700" b="0">
                <a:solidFill>
                  <a:srgbClr val="1A1A1A"/>
                </a:solidFill>
                <a:latin typeface="Noto Sans JP"/>
              </a:rPr>
              <a:t>CI/CDは品質とスピードを両立させる継続的インテグレーションとデリバリーの開発プロセスです。</a:t>
            </a:r>
          </a:p>
          <a:p>
            <a:pPr>
              <a:lnSpc>
                <a:spcPct val="140000"/>
              </a:lnSpc>
            </a:pPr>
            <a:r>
              <a:rPr sz="1700" b="1">
                <a:solidFill>
                  <a:srgbClr val="0070C0"/>
                </a:solidFill>
                <a:latin typeface="Noto Sans JP"/>
              </a:rPr>
              <a:t>研修の目的</a:t>
            </a:r>
          </a:p>
          <a:p>
            <a:pPr>
              <a:lnSpc>
                <a:spcPct val="140000"/>
              </a:lnSpc>
            </a:pPr>
            <a:r>
              <a:rPr lang="ja-JP" altLang="en-US" sz="1700" b="0">
                <a:solidFill>
                  <a:srgbClr val="1A1A1A"/>
                </a:solidFill>
                <a:latin typeface="Noto Sans JP"/>
              </a:rPr>
              <a:t>　</a:t>
            </a:r>
            <a:r>
              <a:rPr sz="1700" b="0">
                <a:solidFill>
                  <a:srgbClr val="1A1A1A"/>
                </a:solidFill>
                <a:latin typeface="Noto Sans JP"/>
              </a:rPr>
              <a:t>CI/CDの必要性を理解し、GitHub Actionsで簡単なCIパイプライン構築を目指します。</a:t>
            </a:r>
          </a:p>
          <a:p>
            <a:pPr>
              <a:lnSpc>
                <a:spcPct val="140000"/>
              </a:lnSpc>
            </a:pPr>
            <a:r>
              <a:rPr sz="1700" b="1">
                <a:solidFill>
                  <a:srgbClr val="0070C0"/>
                </a:solidFill>
                <a:latin typeface="Noto Sans JP"/>
              </a:rPr>
              <a:t>組み込み開発の課題</a:t>
            </a:r>
          </a:p>
          <a:p>
            <a:pPr>
              <a:lnSpc>
                <a:spcPct val="140000"/>
              </a:lnSpc>
            </a:pPr>
            <a:r>
              <a:rPr lang="ja-JP" altLang="en-US" sz="1700" b="0">
                <a:solidFill>
                  <a:srgbClr val="1A1A1A"/>
                </a:solidFill>
                <a:latin typeface="Noto Sans JP"/>
              </a:rPr>
              <a:t>　</a:t>
            </a:r>
            <a:r>
              <a:rPr sz="1700" b="0">
                <a:solidFill>
                  <a:srgbClr val="1A1A1A"/>
                </a:solidFill>
                <a:latin typeface="Noto Sans JP"/>
              </a:rPr>
              <a:t>手作業ミスやテスト不足が多い組み込み開発の現場課題をCI/CDが解決します。</a:t>
            </a:r>
          </a:p>
          <a:p>
            <a:pPr>
              <a:lnSpc>
                <a:spcPct val="140000"/>
              </a:lnSpc>
            </a:pPr>
            <a:r>
              <a:rPr sz="1700" b="1">
                <a:solidFill>
                  <a:srgbClr val="0070C0"/>
                </a:solidFill>
                <a:latin typeface="Noto Sans JP"/>
              </a:rPr>
              <a:t>ハンズオン体験</a:t>
            </a:r>
          </a:p>
          <a:p>
            <a:pPr>
              <a:lnSpc>
                <a:spcPct val="140000"/>
              </a:lnSpc>
            </a:pPr>
            <a:r>
              <a:rPr lang="ja-JP" altLang="en-US" sz="1700" b="0">
                <a:solidFill>
                  <a:srgbClr val="1A1A1A"/>
                </a:solidFill>
                <a:latin typeface="Noto Sans JP"/>
              </a:rPr>
              <a:t>　</a:t>
            </a:r>
            <a:r>
              <a:rPr sz="1700" b="0">
                <a:solidFill>
                  <a:srgbClr val="1A1A1A"/>
                </a:solidFill>
                <a:latin typeface="Noto Sans JP"/>
              </a:rPr>
              <a:t>実際にコード修正とpushでCI動作を体験し、自動化の仕組みを理解します。</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4</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従来の開発で起こりがちな問題点</a:t>
            </a:r>
          </a:p>
        </p:txBody>
      </p:sp>
      <p:sp>
        <p:nvSpPr>
          <p:cNvPr id="4" name="TextBox 3"/>
          <p:cNvSpPr txBox="1"/>
          <p:nvPr/>
        </p:nvSpPr>
        <p:spPr>
          <a:xfrm>
            <a:off x="868680" y="1554480"/>
            <a:ext cx="10424160" cy="2982804"/>
          </a:xfrm>
          <a:prstGeom prst="rect">
            <a:avLst/>
          </a:prstGeom>
          <a:noFill/>
        </p:spPr>
        <p:txBody>
          <a:bodyPr wrap="square">
            <a:spAutoFit/>
          </a:bodyPr>
          <a:lstStyle/>
          <a:p>
            <a:pPr>
              <a:lnSpc>
                <a:spcPct val="140000"/>
              </a:lnSpc>
            </a:pPr>
            <a:r>
              <a:rPr sz="1700" b="1">
                <a:solidFill>
                  <a:srgbClr val="0070C0"/>
                </a:solidFill>
                <a:latin typeface="Noto Sans JP"/>
              </a:rPr>
              <a:t>手動ビルドのミス</a:t>
            </a:r>
          </a:p>
          <a:p>
            <a:pPr>
              <a:lnSpc>
                <a:spcPct val="140000"/>
              </a:lnSpc>
            </a:pPr>
            <a:r>
              <a:rPr lang="ja-JP" altLang="en-US" sz="1700" b="0">
                <a:solidFill>
                  <a:srgbClr val="1A1A1A"/>
                </a:solidFill>
                <a:latin typeface="Noto Sans JP"/>
              </a:rPr>
              <a:t>　</a:t>
            </a:r>
            <a:r>
              <a:rPr sz="1700" b="0">
                <a:solidFill>
                  <a:srgbClr val="1A1A1A"/>
                </a:solidFill>
                <a:latin typeface="Noto Sans JP"/>
              </a:rPr>
              <a:t>手作業のビルドは人によって異なり、コマンドミスで環境依存の不具合が発生しやすい。</a:t>
            </a:r>
          </a:p>
          <a:p>
            <a:pPr>
              <a:lnSpc>
                <a:spcPct val="140000"/>
              </a:lnSpc>
            </a:pPr>
            <a:r>
              <a:rPr sz="1700" b="1">
                <a:solidFill>
                  <a:srgbClr val="0070C0"/>
                </a:solidFill>
                <a:latin typeface="Noto Sans JP"/>
              </a:rPr>
              <a:t>テスト省略の問題</a:t>
            </a:r>
          </a:p>
          <a:p>
            <a:pPr>
              <a:lnSpc>
                <a:spcPct val="140000"/>
              </a:lnSpc>
            </a:pPr>
            <a:r>
              <a:rPr lang="ja-JP" altLang="en-US" sz="1700" b="0">
                <a:solidFill>
                  <a:srgbClr val="1A1A1A"/>
                </a:solidFill>
                <a:latin typeface="Noto Sans JP"/>
              </a:rPr>
              <a:t>　</a:t>
            </a:r>
            <a:r>
              <a:rPr sz="1700" b="0">
                <a:solidFill>
                  <a:srgbClr val="1A1A1A"/>
                </a:solidFill>
                <a:latin typeface="Noto Sans JP"/>
              </a:rPr>
              <a:t>忙しい時期にはテストが省略され、不具合が後工程で発覚するリスクが高い。</a:t>
            </a:r>
          </a:p>
          <a:p>
            <a:pPr>
              <a:lnSpc>
                <a:spcPct val="140000"/>
              </a:lnSpc>
            </a:pPr>
            <a:r>
              <a:rPr sz="1700" b="1">
                <a:solidFill>
                  <a:srgbClr val="0070C0"/>
                </a:solidFill>
                <a:latin typeface="Noto Sans JP"/>
              </a:rPr>
              <a:t>トレーサビリティ欠如</a:t>
            </a:r>
          </a:p>
          <a:p>
            <a:pPr>
              <a:lnSpc>
                <a:spcPct val="140000"/>
              </a:lnSpc>
            </a:pPr>
            <a:r>
              <a:rPr lang="ja-JP" altLang="en-US" sz="1700" b="0">
                <a:solidFill>
                  <a:srgbClr val="1A1A1A"/>
                </a:solidFill>
                <a:latin typeface="Noto Sans JP"/>
              </a:rPr>
              <a:t>　</a:t>
            </a:r>
            <a:r>
              <a:rPr sz="1700" b="0">
                <a:solidFill>
                  <a:srgbClr val="1A1A1A"/>
                </a:solidFill>
                <a:latin typeface="Noto Sans JP"/>
              </a:rPr>
              <a:t>ソースコードと生成バイナリの対応が不明瞭で、バージョン管理の問題が致命的になる。</a:t>
            </a:r>
          </a:p>
          <a:p>
            <a:pPr>
              <a:lnSpc>
                <a:spcPct val="140000"/>
              </a:lnSpc>
            </a:pPr>
            <a:r>
              <a:rPr sz="1700" b="1">
                <a:solidFill>
                  <a:srgbClr val="0070C0"/>
                </a:solidFill>
                <a:latin typeface="Noto Sans JP"/>
              </a:rPr>
              <a:t>自動化の必要性</a:t>
            </a:r>
          </a:p>
          <a:p>
            <a:pPr>
              <a:lnSpc>
                <a:spcPct val="140000"/>
              </a:lnSpc>
            </a:pPr>
            <a:r>
              <a:rPr lang="ja-JP" altLang="en-US" sz="1700" b="0">
                <a:solidFill>
                  <a:srgbClr val="1A1A1A"/>
                </a:solidFill>
                <a:latin typeface="Noto Sans JP"/>
              </a:rPr>
              <a:t>　</a:t>
            </a:r>
            <a:r>
              <a:rPr sz="1700" b="0">
                <a:solidFill>
                  <a:srgbClr val="1A1A1A"/>
                </a:solidFill>
                <a:latin typeface="Noto Sans JP"/>
              </a:rPr>
              <a:t>個人の能力に依存せず、誰でも同じ結果が得られる自動化環境が求められる。</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5</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CI（継続的インテグレーション）の考え方</a:t>
            </a:r>
          </a:p>
        </p:txBody>
      </p:sp>
      <p:sp>
        <p:nvSpPr>
          <p:cNvPr id="4" name="TextBox 3"/>
          <p:cNvSpPr txBox="1"/>
          <p:nvPr/>
        </p:nvSpPr>
        <p:spPr>
          <a:xfrm>
            <a:off x="868680" y="1554480"/>
            <a:ext cx="10424160" cy="4081567"/>
          </a:xfrm>
          <a:prstGeom prst="rect">
            <a:avLst/>
          </a:prstGeom>
          <a:noFill/>
        </p:spPr>
        <p:txBody>
          <a:bodyPr wrap="square">
            <a:spAutoFit/>
          </a:bodyPr>
          <a:lstStyle/>
          <a:p>
            <a:pPr>
              <a:lnSpc>
                <a:spcPct val="140000"/>
              </a:lnSpc>
            </a:pPr>
            <a:r>
              <a:rPr sz="1700" b="1">
                <a:solidFill>
                  <a:srgbClr val="0070C0"/>
                </a:solidFill>
                <a:latin typeface="Noto Sans JP"/>
              </a:rPr>
              <a:t>頻繁なコード統合</a:t>
            </a:r>
          </a:p>
          <a:p>
            <a:pPr>
              <a:lnSpc>
                <a:spcPct val="140000"/>
              </a:lnSpc>
            </a:pPr>
            <a:r>
              <a:rPr lang="ja-JP" altLang="en-US" sz="1700" b="0">
                <a:solidFill>
                  <a:srgbClr val="1A1A1A"/>
                </a:solidFill>
                <a:latin typeface="Noto Sans JP"/>
              </a:rPr>
              <a:t>　</a:t>
            </a:r>
            <a:r>
              <a:rPr sz="1700" b="0">
                <a:solidFill>
                  <a:srgbClr val="1A1A1A"/>
                </a:solidFill>
                <a:latin typeface="Noto Sans JP"/>
              </a:rPr>
              <a:t>CIはコード変更を頻繁に統合し、そのたびに自動ビルドとテストを実行します。</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問題の早期発見が可能です。</a:t>
            </a:r>
          </a:p>
          <a:p>
            <a:pPr>
              <a:lnSpc>
                <a:spcPct val="140000"/>
              </a:lnSpc>
            </a:pPr>
            <a:r>
              <a:rPr sz="1700" b="1">
                <a:solidFill>
                  <a:srgbClr val="0070C0"/>
                </a:solidFill>
                <a:latin typeface="Noto Sans JP"/>
              </a:rPr>
              <a:t>問題の早期検出</a:t>
            </a:r>
          </a:p>
          <a:p>
            <a:pPr>
              <a:lnSpc>
                <a:spcPct val="140000"/>
              </a:lnSpc>
            </a:pPr>
            <a:r>
              <a:rPr lang="ja-JP" altLang="en-US" sz="1700" b="0">
                <a:solidFill>
                  <a:srgbClr val="1A1A1A"/>
                </a:solidFill>
                <a:latin typeface="Noto Sans JP"/>
              </a:rPr>
              <a:t>　</a:t>
            </a:r>
            <a:r>
              <a:rPr sz="1700" b="0">
                <a:solidFill>
                  <a:srgbClr val="1A1A1A"/>
                </a:solidFill>
                <a:latin typeface="Noto Sans JP"/>
              </a:rPr>
              <a:t>ビルド失敗が即座に通知され、原因の特定と修正が迅速に行えます。</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後のトラブルを防止します。</a:t>
            </a:r>
          </a:p>
          <a:p>
            <a:pPr>
              <a:lnSpc>
                <a:spcPct val="140000"/>
              </a:lnSpc>
            </a:pPr>
            <a:r>
              <a:rPr sz="1700" b="1">
                <a:solidFill>
                  <a:srgbClr val="0070C0"/>
                </a:solidFill>
                <a:latin typeface="Noto Sans JP"/>
              </a:rPr>
              <a:t>組み込み開発での有効性</a:t>
            </a:r>
          </a:p>
          <a:p>
            <a:pPr>
              <a:lnSpc>
                <a:spcPct val="140000"/>
              </a:lnSpc>
            </a:pPr>
            <a:r>
              <a:rPr lang="ja-JP" altLang="en-US" sz="1700" b="0">
                <a:solidFill>
                  <a:srgbClr val="1A1A1A"/>
                </a:solidFill>
                <a:latin typeface="Noto Sans JP"/>
              </a:rPr>
              <a:t>　</a:t>
            </a:r>
            <a:r>
              <a:rPr sz="1700" b="0">
                <a:solidFill>
                  <a:srgbClr val="1A1A1A"/>
                </a:solidFill>
                <a:latin typeface="Noto Sans JP"/>
              </a:rPr>
              <a:t>クロスコンパイル環境や単体テストをCIに組み込み、ローカル環境に依存しない品質管理が</a:t>
            </a:r>
            <a:endParaRPr lang="en-US" sz="1700">
              <a:solidFill>
                <a:srgbClr val="1A1A1A"/>
              </a:solidFill>
              <a:latin typeface="Noto Sans JP"/>
            </a:endParaRPr>
          </a:p>
          <a:p>
            <a:pPr>
              <a:lnSpc>
                <a:spcPct val="140000"/>
              </a:lnSpc>
            </a:pPr>
            <a:r>
              <a:rPr lang="ja-JP" altLang="en-US" sz="1700" b="0">
                <a:solidFill>
                  <a:srgbClr val="1A1A1A"/>
                </a:solidFill>
                <a:latin typeface="Noto Sans JP"/>
              </a:rPr>
              <a:t>　</a:t>
            </a:r>
            <a:r>
              <a:rPr sz="1700" b="0">
                <a:solidFill>
                  <a:srgbClr val="1A1A1A"/>
                </a:solidFill>
                <a:latin typeface="Noto Sans JP"/>
              </a:rPr>
              <a:t>実現されます。</a:t>
            </a:r>
          </a:p>
          <a:p>
            <a:pPr>
              <a:lnSpc>
                <a:spcPct val="140000"/>
              </a:lnSpc>
            </a:pPr>
            <a:r>
              <a:rPr sz="1700" b="1">
                <a:solidFill>
                  <a:srgbClr val="0070C0"/>
                </a:solidFill>
                <a:latin typeface="Noto Sans JP"/>
              </a:rPr>
              <a:t>品質を守る安全装置</a:t>
            </a:r>
          </a:p>
          <a:p>
            <a:pPr>
              <a:lnSpc>
                <a:spcPct val="140000"/>
              </a:lnSpc>
            </a:pPr>
            <a:r>
              <a:rPr lang="ja-JP" altLang="en-US" sz="1700" b="0">
                <a:solidFill>
                  <a:srgbClr val="1A1A1A"/>
                </a:solidFill>
                <a:latin typeface="Noto Sans JP"/>
              </a:rPr>
              <a:t>　</a:t>
            </a:r>
            <a:r>
              <a:rPr sz="1700" b="0">
                <a:solidFill>
                  <a:srgbClr val="1A1A1A"/>
                </a:solidFill>
                <a:latin typeface="Noto Sans JP"/>
              </a:rPr>
              <a:t>CIは単なるツールではなく、ソフトウェア品質を守るための安全装置として機能します。</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6</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CD（継続的デリバリー／デプロイメント）の概要</a:t>
            </a:r>
          </a:p>
        </p:txBody>
      </p:sp>
      <p:sp>
        <p:nvSpPr>
          <p:cNvPr id="4" name="TextBox 3"/>
          <p:cNvSpPr txBox="1"/>
          <p:nvPr/>
        </p:nvSpPr>
        <p:spPr>
          <a:xfrm>
            <a:off x="868680" y="1554480"/>
            <a:ext cx="10424160" cy="3349058"/>
          </a:xfrm>
          <a:prstGeom prst="rect">
            <a:avLst/>
          </a:prstGeom>
          <a:noFill/>
        </p:spPr>
        <p:txBody>
          <a:bodyPr wrap="square">
            <a:spAutoFit/>
          </a:bodyPr>
          <a:lstStyle/>
          <a:p>
            <a:pPr>
              <a:lnSpc>
                <a:spcPct val="140000"/>
              </a:lnSpc>
            </a:pPr>
            <a:r>
              <a:rPr sz="1700" b="1">
                <a:solidFill>
                  <a:srgbClr val="0070C0"/>
                </a:solidFill>
                <a:latin typeface="Noto Sans JP"/>
              </a:rPr>
              <a:t>CDの基本概念</a:t>
            </a:r>
          </a:p>
          <a:p>
            <a:pPr>
              <a:lnSpc>
                <a:spcPct val="140000"/>
              </a:lnSpc>
            </a:pPr>
            <a:r>
              <a:rPr lang="ja-JP" altLang="en-US" sz="1700" b="0">
                <a:solidFill>
                  <a:srgbClr val="1A1A1A"/>
                </a:solidFill>
                <a:latin typeface="Noto Sans JP"/>
              </a:rPr>
              <a:t>　</a:t>
            </a:r>
            <a:r>
              <a:rPr sz="1700" b="0">
                <a:solidFill>
                  <a:srgbClr val="1A1A1A"/>
                </a:solidFill>
                <a:latin typeface="Noto Sans JP"/>
              </a:rPr>
              <a:t>CDはCIで生成された成果物を自動的に利用可能または配布する仕組みです。</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継続的デリバリーはリリース準備、継続的デプロイメントは自動配布を意味します。</a:t>
            </a:r>
          </a:p>
          <a:p>
            <a:pPr>
              <a:lnSpc>
                <a:spcPct val="140000"/>
              </a:lnSpc>
            </a:pPr>
            <a:r>
              <a:rPr sz="1700" b="1">
                <a:solidFill>
                  <a:srgbClr val="0070C0"/>
                </a:solidFill>
                <a:latin typeface="Noto Sans JP"/>
              </a:rPr>
              <a:t>組み込み開発の制約</a:t>
            </a:r>
          </a:p>
          <a:p>
            <a:pPr>
              <a:lnSpc>
                <a:spcPct val="140000"/>
              </a:lnSpc>
            </a:pPr>
            <a:r>
              <a:rPr lang="ja-JP" altLang="en-US" sz="1700" b="0">
                <a:solidFill>
                  <a:srgbClr val="1A1A1A"/>
                </a:solidFill>
                <a:latin typeface="Noto Sans JP"/>
              </a:rPr>
              <a:t>　</a:t>
            </a:r>
            <a:r>
              <a:rPr sz="1700" b="0">
                <a:solidFill>
                  <a:srgbClr val="1A1A1A"/>
                </a:solidFill>
                <a:latin typeface="Noto Sans JP"/>
              </a:rPr>
              <a:t>組み込み開発では安全性やハードウェア制約により完全自動配布が難しい場合がありますが、</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成果物の自動生成や保存は可能です。</a:t>
            </a:r>
          </a:p>
          <a:p>
            <a:pPr>
              <a:lnSpc>
                <a:spcPct val="140000"/>
              </a:lnSpc>
            </a:pPr>
            <a:r>
              <a:rPr sz="1700" b="1">
                <a:solidFill>
                  <a:srgbClr val="0070C0"/>
                </a:solidFill>
                <a:latin typeface="Noto Sans JP"/>
              </a:rPr>
              <a:t>CDの利点と理解</a:t>
            </a:r>
          </a:p>
          <a:p>
            <a:pPr>
              <a:lnSpc>
                <a:spcPct val="140000"/>
              </a:lnSpc>
            </a:pPr>
            <a:r>
              <a:rPr lang="ja-JP" altLang="en-US" sz="1700" b="0">
                <a:solidFill>
                  <a:srgbClr val="1A1A1A"/>
                </a:solidFill>
                <a:latin typeface="Noto Sans JP"/>
              </a:rPr>
              <a:t>　</a:t>
            </a:r>
            <a:r>
              <a:rPr sz="1700" b="0">
                <a:solidFill>
                  <a:srgbClr val="1A1A1A"/>
                </a:solidFill>
                <a:latin typeface="Noto Sans JP"/>
              </a:rPr>
              <a:t>CDは作業効率とトレーサビリティを向上させ、成果物管理を簡素化します。</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CIとセットで効果を発揮する重要な仕組みです。</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7</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2903220"/>
            <a:ext cx="10424160" cy="822960"/>
          </a:xfrm>
          <a:prstGeom prst="rect">
            <a:avLst/>
          </a:prstGeom>
          <a:noFill/>
        </p:spPr>
        <p:txBody>
          <a:bodyPr wrap="square">
            <a:spAutoFit/>
          </a:bodyPr>
          <a:lstStyle/>
          <a:p>
            <a:pPr>
              <a:lnSpc>
                <a:spcPct val="120000"/>
              </a:lnSpc>
            </a:pPr>
            <a:r>
              <a:rPr sz="2800" b="0">
                <a:solidFill>
                  <a:srgbClr val="1A1A1A"/>
                </a:solidFill>
                <a:latin typeface="Noto Sans JP"/>
              </a:rPr>
              <a:t>GitHub ActionsによるCI実装</a:t>
            </a:r>
          </a:p>
        </p:txBody>
      </p:sp>
      <p:sp>
        <p:nvSpPr>
          <p:cNvPr id="4" name="TextBox 3"/>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8</a:t>
            </a:r>
          </a:p>
        </p:txBody>
      </p:sp>
      <p:pic>
        <p:nvPicPr>
          <p:cNvPr id="5" name="Picture 4"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GitHub Actionsの基本構造</a:t>
            </a:r>
          </a:p>
        </p:txBody>
      </p:sp>
      <p:sp>
        <p:nvSpPr>
          <p:cNvPr id="4" name="TextBox 3"/>
          <p:cNvSpPr txBox="1"/>
          <p:nvPr/>
        </p:nvSpPr>
        <p:spPr>
          <a:xfrm>
            <a:off x="868680" y="1554480"/>
            <a:ext cx="10424160" cy="2982804"/>
          </a:xfrm>
          <a:prstGeom prst="rect">
            <a:avLst/>
          </a:prstGeom>
          <a:noFill/>
        </p:spPr>
        <p:txBody>
          <a:bodyPr wrap="square">
            <a:spAutoFit/>
          </a:bodyPr>
          <a:lstStyle/>
          <a:p>
            <a:pPr>
              <a:lnSpc>
                <a:spcPct val="140000"/>
              </a:lnSpc>
            </a:pPr>
            <a:r>
              <a:rPr sz="1700" b="1">
                <a:solidFill>
                  <a:srgbClr val="0070C0"/>
                </a:solidFill>
                <a:latin typeface="Noto Sans JP"/>
              </a:rPr>
              <a:t>GitHub Actionsの特徴</a:t>
            </a:r>
          </a:p>
          <a:p>
            <a:pPr>
              <a:lnSpc>
                <a:spcPct val="140000"/>
              </a:lnSpc>
            </a:pPr>
            <a:r>
              <a:rPr lang="ja-JP" altLang="en-US" sz="1700" b="0">
                <a:solidFill>
                  <a:srgbClr val="1A1A1A"/>
                </a:solidFill>
                <a:latin typeface="Noto Sans JP"/>
              </a:rPr>
              <a:t>　</a:t>
            </a:r>
            <a:r>
              <a:rPr sz="1700" b="0">
                <a:solidFill>
                  <a:srgbClr val="1A1A1A"/>
                </a:solidFill>
                <a:latin typeface="Noto Sans JP"/>
              </a:rPr>
              <a:t>GitHubに組み込まれたCI/CDサービスで外部ツール不要。簡単にCIを始められる。</a:t>
            </a:r>
          </a:p>
          <a:p>
            <a:pPr>
              <a:lnSpc>
                <a:spcPct val="140000"/>
              </a:lnSpc>
            </a:pPr>
            <a:r>
              <a:rPr sz="1700" b="1">
                <a:solidFill>
                  <a:srgbClr val="0070C0"/>
                </a:solidFill>
                <a:latin typeface="Noto Sans JP"/>
              </a:rPr>
              <a:t>基本構成要素</a:t>
            </a:r>
          </a:p>
          <a:p>
            <a:pPr>
              <a:lnSpc>
                <a:spcPct val="140000"/>
              </a:lnSpc>
            </a:pPr>
            <a:r>
              <a:rPr lang="ja-JP" altLang="en-US" sz="1700" b="0">
                <a:solidFill>
                  <a:srgbClr val="1A1A1A"/>
                </a:solidFill>
                <a:latin typeface="Noto Sans JP"/>
              </a:rPr>
              <a:t>　</a:t>
            </a:r>
            <a:r>
              <a:rPr sz="1700" b="0">
                <a:solidFill>
                  <a:srgbClr val="1A1A1A"/>
                </a:solidFill>
                <a:latin typeface="Noto Sans JP"/>
              </a:rPr>
              <a:t>on（トリガー）、jobs（処理集合）、steps（具体的処理）でCI動作を定義する。</a:t>
            </a:r>
          </a:p>
          <a:p>
            <a:pPr>
              <a:lnSpc>
                <a:spcPct val="140000"/>
              </a:lnSpc>
            </a:pPr>
            <a:r>
              <a:rPr sz="1700" b="1">
                <a:solidFill>
                  <a:srgbClr val="0070C0"/>
                </a:solidFill>
                <a:latin typeface="Noto Sans JP"/>
              </a:rPr>
              <a:t>YAMLファイルの役割</a:t>
            </a:r>
          </a:p>
          <a:p>
            <a:pPr>
              <a:lnSpc>
                <a:spcPct val="140000"/>
              </a:lnSpc>
            </a:pPr>
            <a:r>
              <a:rPr lang="ja-JP" altLang="en-US" sz="1700" b="0">
                <a:solidFill>
                  <a:srgbClr val="1A1A1A"/>
                </a:solidFill>
                <a:latin typeface="Noto Sans JP"/>
              </a:rPr>
              <a:t>　</a:t>
            </a:r>
            <a:r>
              <a:rPr sz="1700" b="0">
                <a:solidFill>
                  <a:srgbClr val="1A1A1A"/>
                </a:solidFill>
                <a:latin typeface="Noto Sans JP"/>
              </a:rPr>
              <a:t>リポジトリ内にYAML設定ファイルを置き、CIの流れをシンプルに記述可能。</a:t>
            </a:r>
          </a:p>
          <a:p>
            <a:pPr>
              <a:lnSpc>
                <a:spcPct val="140000"/>
              </a:lnSpc>
            </a:pPr>
            <a:r>
              <a:rPr sz="1700" b="1">
                <a:solidFill>
                  <a:srgbClr val="0070C0"/>
                </a:solidFill>
                <a:latin typeface="Noto Sans JP"/>
              </a:rPr>
              <a:t>実行ログの可視化</a:t>
            </a:r>
          </a:p>
          <a:p>
            <a:pPr>
              <a:lnSpc>
                <a:spcPct val="140000"/>
              </a:lnSpc>
            </a:pPr>
            <a:r>
              <a:rPr lang="ja-JP" altLang="en-US" sz="1700" b="0">
                <a:solidFill>
                  <a:srgbClr val="1A1A1A"/>
                </a:solidFill>
                <a:latin typeface="Noto Sans JP"/>
              </a:rPr>
              <a:t>　</a:t>
            </a:r>
            <a:r>
              <a:rPr sz="1700" b="0">
                <a:solidFill>
                  <a:srgbClr val="1A1A1A"/>
                </a:solidFill>
                <a:latin typeface="Noto Sans JP"/>
              </a:rPr>
              <a:t>Web上でCIの実行ログが確認でき、問題の原因を簡単に把握できる。</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9</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最小のワークフロー例（.github/workflows/ci.yml）</a:t>
            </a:r>
          </a:p>
        </p:txBody>
      </p:sp>
      <p:sp>
        <p:nvSpPr>
          <p:cNvPr id="4" name="TextBox 3"/>
          <p:cNvSpPr txBox="1"/>
          <p:nvPr/>
        </p:nvSpPr>
        <p:spPr>
          <a:xfrm>
            <a:off x="868680" y="1181100"/>
            <a:ext cx="10424160" cy="785280"/>
          </a:xfrm>
          <a:prstGeom prst="rect">
            <a:avLst/>
          </a:prstGeom>
          <a:noFill/>
        </p:spPr>
        <p:txBody>
          <a:bodyPr wrap="square">
            <a:spAutoFit/>
          </a:bodyPr>
          <a:lstStyle/>
          <a:p>
            <a:pPr>
              <a:lnSpc>
                <a:spcPct val="140000"/>
              </a:lnSpc>
            </a:pPr>
            <a:r>
              <a:rPr sz="1700" b="0">
                <a:solidFill>
                  <a:srgbClr val="1A1A1A"/>
                </a:solidFill>
                <a:latin typeface="Noto Sans JP"/>
              </a:rPr>
              <a:t>push→ビルド→テスト→成果物保存 を約15行で記述。</a:t>
            </a:r>
            <a:endParaRPr lang="en-US" sz="1700">
              <a:solidFill>
                <a:srgbClr val="1A1A1A"/>
              </a:solidFill>
              <a:latin typeface="Noto Sans JP"/>
            </a:endParaRPr>
          </a:p>
          <a:p>
            <a:pPr>
              <a:lnSpc>
                <a:spcPct val="140000"/>
              </a:lnSpc>
            </a:pPr>
            <a:r>
              <a:rPr sz="1700" b="1">
                <a:solidFill>
                  <a:srgbClr val="0070C0"/>
                </a:solidFill>
                <a:latin typeface="Noto Sans JP"/>
              </a:rPr>
              <a:t>「上から順に実行される」</a:t>
            </a:r>
            <a:r>
              <a:rPr sz="1700" b="0">
                <a:solidFill>
                  <a:srgbClr val="1A1A1A"/>
                </a:solidFill>
                <a:latin typeface="Noto Sans JP"/>
              </a:rPr>
              <a:t>と理解すれば十分です。</a:t>
            </a:r>
          </a:p>
        </p:txBody>
      </p:sp>
      <p:sp>
        <p:nvSpPr>
          <p:cNvPr id="5" name="TextBox 4"/>
          <p:cNvSpPr txBox="1"/>
          <p:nvPr/>
        </p:nvSpPr>
        <p:spPr>
          <a:xfrm>
            <a:off x="502920" y="6336792"/>
            <a:ext cx="548640" cy="274320"/>
          </a:xfrm>
          <a:prstGeom prst="rect">
            <a:avLst/>
          </a:prstGeom>
          <a:noFill/>
        </p:spPr>
        <p:txBody>
          <a:bodyPr wrap="square">
            <a:spAutoFit/>
          </a:bodyPr>
          <a:lstStyle/>
          <a:p>
            <a:pPr>
              <a:lnSpc>
                <a:spcPct val="120000"/>
              </a:lnSpc>
            </a:pPr>
            <a:r>
              <a:rPr sz="1000" b="0">
                <a:solidFill>
                  <a:srgbClr val="2F4D8A"/>
                </a:solidFill>
                <a:latin typeface="Arial"/>
              </a:rPr>
              <a:t>10</a:t>
            </a: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
        <p:nvSpPr>
          <p:cNvPr id="8" name="Code">
            <a:extLst>
              <a:ext uri="{FF2B5EF4-FFF2-40B4-BE49-F238E27FC236}">
                <a16:creationId xmlns:a16="http://schemas.microsoft.com/office/drawing/2014/main" id="{3F259F49-ED24-ED28-7A20-30892F04597F}"/>
              </a:ext>
            </a:extLst>
          </p:cNvPr>
          <p:cNvSpPr txBox="1"/>
          <p:nvPr/>
        </p:nvSpPr>
        <p:spPr>
          <a:xfrm>
            <a:off x="685800" y="2042160"/>
            <a:ext cx="10820400" cy="4069080"/>
          </a:xfrm>
          <a:prstGeom prst="rect">
            <a:avLst/>
          </a:prstGeom>
          <a:solidFill>
            <a:srgbClr val="1E2733"/>
          </a:solidFill>
        </p:spPr>
        <p:txBody>
          <a:bodyPr wrap="square" lIns="137160" tIns="137160" rIns="137160" bIns="137160" rtlCol="0">
            <a:normAutofit/>
          </a:bodyPr>
          <a:lstStyle/>
          <a:p>
            <a:pPr algn="l"/>
            <a:r>
              <a:rPr lang="en-US" sz="1300">
                <a:solidFill>
                  <a:srgbClr val="E6E6E6"/>
                </a:solidFill>
                <a:latin typeface="Consolas"/>
              </a:rPr>
              <a:t>name: CI</a:t>
            </a:r>
          </a:p>
          <a:p>
            <a:pPr algn="l"/>
            <a:r>
              <a:rPr lang="en-US" sz="1300">
                <a:solidFill>
                  <a:srgbClr val="E6E6E6"/>
                </a:solidFill>
                <a:latin typeface="Consolas"/>
              </a:rPr>
              <a:t>on: [push]                          </a:t>
            </a:r>
            <a:r>
              <a:rPr lang="en-US" sz="1300">
                <a:solidFill>
                  <a:srgbClr val="8FBF6B"/>
                </a:solidFill>
                <a:latin typeface="Consolas"/>
              </a:rPr>
              <a:t># pushされたら起動</a:t>
            </a:r>
          </a:p>
          <a:p>
            <a:pPr algn="l"/>
            <a:r>
              <a:rPr lang="en-US" sz="1300">
                <a:solidFill>
                  <a:srgbClr val="E6E6E6"/>
                </a:solidFill>
                <a:latin typeface="Consolas"/>
              </a:rPr>
              <a:t>jobs:</a:t>
            </a:r>
          </a:p>
          <a:p>
            <a:pPr algn="l"/>
            <a:r>
              <a:rPr lang="en-US" sz="1300">
                <a:solidFill>
                  <a:srgbClr val="E6E6E6"/>
                </a:solidFill>
                <a:latin typeface="Consolas"/>
              </a:rPr>
              <a:t>  build:</a:t>
            </a:r>
          </a:p>
          <a:p>
            <a:pPr algn="l"/>
            <a:r>
              <a:rPr lang="en-US" sz="1300">
                <a:solidFill>
                  <a:srgbClr val="E6E6E6"/>
                </a:solidFill>
                <a:latin typeface="Consolas"/>
              </a:rPr>
              <a:t>    runs-on: ubuntu-latest          </a:t>
            </a:r>
            <a:r>
              <a:rPr lang="en-US" sz="1300">
                <a:solidFill>
                  <a:srgbClr val="8FBF6B"/>
                </a:solidFill>
                <a:latin typeface="Consolas"/>
              </a:rPr>
              <a:t># 実行環境(ランナー)</a:t>
            </a:r>
          </a:p>
          <a:p>
            <a:pPr algn="l"/>
            <a:r>
              <a:rPr lang="en-US" sz="1300">
                <a:solidFill>
                  <a:srgbClr val="E6E6E6"/>
                </a:solidFill>
                <a:latin typeface="Consolas"/>
              </a:rPr>
              <a:t>    steps:</a:t>
            </a:r>
          </a:p>
          <a:p>
            <a:pPr algn="l"/>
            <a:r>
              <a:rPr lang="en-US" sz="1300">
                <a:solidFill>
                  <a:srgbClr val="E6E6E6"/>
                </a:solidFill>
                <a:latin typeface="Consolas"/>
              </a:rPr>
              <a:t>      - uses: actions/checkout@v4   </a:t>
            </a:r>
            <a:r>
              <a:rPr lang="en-US" sz="1300">
                <a:solidFill>
                  <a:srgbClr val="8FBF6B"/>
                </a:solidFill>
                <a:latin typeface="Consolas"/>
              </a:rPr>
              <a:t># コード取得</a:t>
            </a:r>
          </a:p>
          <a:p>
            <a:pPr algn="l"/>
            <a:r>
              <a:rPr lang="en-US" sz="1300">
                <a:solidFill>
                  <a:srgbClr val="E6E6E6"/>
                </a:solidFill>
                <a:latin typeface="Consolas"/>
              </a:rPr>
              <a:t>      - run: make                   </a:t>
            </a:r>
            <a:r>
              <a:rPr lang="en-US" sz="1300">
                <a:solidFill>
                  <a:srgbClr val="8FBF6B"/>
                </a:solidFill>
                <a:latin typeface="Consolas"/>
              </a:rPr>
              <a:t># ビルド</a:t>
            </a:r>
          </a:p>
          <a:p>
            <a:pPr algn="l"/>
            <a:r>
              <a:rPr lang="en-US" sz="1300">
                <a:solidFill>
                  <a:srgbClr val="E6E6E6"/>
                </a:solidFill>
                <a:latin typeface="Consolas"/>
              </a:rPr>
              <a:t>      - run: make test              </a:t>
            </a:r>
            <a:r>
              <a:rPr lang="en-US" sz="1300">
                <a:solidFill>
                  <a:srgbClr val="8FBF6B"/>
                </a:solidFill>
                <a:latin typeface="Consolas"/>
              </a:rPr>
              <a:t># テスト(失敗で停止)</a:t>
            </a:r>
          </a:p>
          <a:p>
            <a:pPr algn="l"/>
            <a:r>
              <a:rPr lang="en-US" sz="1300">
                <a:solidFill>
                  <a:srgbClr val="E6E6E6"/>
                </a:solidFill>
                <a:latin typeface="Consolas"/>
              </a:rPr>
              <a:t>      - uses: actions/upload-artifact@v4  </a:t>
            </a:r>
            <a:r>
              <a:rPr lang="en-US" sz="1300">
                <a:solidFill>
                  <a:srgbClr val="8FBF6B"/>
                </a:solidFill>
                <a:latin typeface="Consolas"/>
              </a:rPr>
              <a:t># 成果物保存</a:t>
            </a:r>
          </a:p>
          <a:p>
            <a:pPr algn="l"/>
            <a:r>
              <a:rPr lang="en-US" sz="1300">
                <a:solidFill>
                  <a:srgbClr val="E6E6E6"/>
                </a:solidFill>
                <a:latin typeface="Consolas"/>
              </a:rPr>
              <a:t>        with:</a:t>
            </a:r>
          </a:p>
          <a:p>
            <a:pPr algn="l"/>
            <a:r>
              <a:rPr lang="en-US" sz="1300">
                <a:solidFill>
                  <a:srgbClr val="E6E6E6"/>
                </a:solidFill>
                <a:latin typeface="Consolas"/>
              </a:rPr>
              <a:t>          name: firmware</a:t>
            </a:r>
          </a:p>
          <a:p>
            <a:pPr algn="l"/>
            <a:r>
              <a:rPr lang="en-US" sz="1300">
                <a:solidFill>
                  <a:srgbClr val="E6E6E6"/>
                </a:solidFill>
                <a:latin typeface="Consolas"/>
              </a:rPr>
              <a:t>          path: ./build/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CIパイプラインの処理フロー</a:t>
            </a:r>
          </a:p>
        </p:txBody>
      </p:sp>
      <p:sp>
        <p:nvSpPr>
          <p:cNvPr id="4" name="TextBox 3"/>
          <p:cNvSpPr txBox="1"/>
          <p:nvPr/>
        </p:nvSpPr>
        <p:spPr>
          <a:xfrm>
            <a:off x="868680" y="1554480"/>
            <a:ext cx="10424160" cy="3349058"/>
          </a:xfrm>
          <a:prstGeom prst="rect">
            <a:avLst/>
          </a:prstGeom>
          <a:noFill/>
        </p:spPr>
        <p:txBody>
          <a:bodyPr wrap="square">
            <a:spAutoFit/>
          </a:bodyPr>
          <a:lstStyle/>
          <a:p>
            <a:pPr>
              <a:lnSpc>
                <a:spcPct val="140000"/>
              </a:lnSpc>
            </a:pPr>
            <a:r>
              <a:rPr sz="1700" b="1">
                <a:solidFill>
                  <a:srgbClr val="0070C0"/>
                </a:solidFill>
                <a:latin typeface="Noto Sans JP"/>
              </a:rPr>
              <a:t>コードのプッシュ</a:t>
            </a:r>
          </a:p>
          <a:p>
            <a:pPr>
              <a:lnSpc>
                <a:spcPct val="140000"/>
              </a:lnSpc>
            </a:pPr>
            <a:r>
              <a:rPr lang="ja-JP" altLang="en-US" sz="1700" b="0">
                <a:solidFill>
                  <a:srgbClr val="1A1A1A"/>
                </a:solidFill>
                <a:latin typeface="Noto Sans JP"/>
              </a:rPr>
              <a:t>　</a:t>
            </a:r>
            <a:r>
              <a:rPr sz="1700" b="0">
                <a:solidFill>
                  <a:srgbClr val="1A1A1A"/>
                </a:solidFill>
                <a:latin typeface="Noto Sans JP"/>
              </a:rPr>
              <a:t>開発者がコードをGitHubにプッシュすると、CIパイプラインが自動的にトリガーされます。</a:t>
            </a:r>
          </a:p>
          <a:p>
            <a:pPr>
              <a:lnSpc>
                <a:spcPct val="140000"/>
              </a:lnSpc>
            </a:pPr>
            <a:r>
              <a:rPr sz="1700" b="1">
                <a:solidFill>
                  <a:srgbClr val="0070C0"/>
                </a:solidFill>
                <a:latin typeface="Noto Sans JP"/>
              </a:rPr>
              <a:t>ビルド処理</a:t>
            </a:r>
          </a:p>
          <a:p>
            <a:pPr>
              <a:lnSpc>
                <a:spcPct val="140000"/>
              </a:lnSpc>
            </a:pPr>
            <a:r>
              <a:rPr lang="ja-JP" altLang="en-US" sz="1700" b="0">
                <a:solidFill>
                  <a:srgbClr val="1A1A1A"/>
                </a:solidFill>
                <a:latin typeface="Noto Sans JP"/>
              </a:rPr>
              <a:t>　</a:t>
            </a:r>
            <a:r>
              <a:rPr sz="1700" b="0">
                <a:solidFill>
                  <a:srgbClr val="1A1A1A"/>
                </a:solidFill>
                <a:latin typeface="Noto Sans JP"/>
              </a:rPr>
              <a:t>CI環境でソースコードをビルドし、エラーの有無を確認します。ビルド失敗時は処理が停止します。</a:t>
            </a:r>
          </a:p>
          <a:p>
            <a:pPr>
              <a:lnSpc>
                <a:spcPct val="140000"/>
              </a:lnSpc>
            </a:pPr>
            <a:r>
              <a:rPr sz="1700" b="1">
                <a:solidFill>
                  <a:srgbClr val="0070C0"/>
                </a:solidFill>
                <a:latin typeface="Noto Sans JP"/>
              </a:rPr>
              <a:t>テスト実行</a:t>
            </a:r>
          </a:p>
          <a:p>
            <a:pPr>
              <a:lnSpc>
                <a:spcPct val="140000"/>
              </a:lnSpc>
            </a:pPr>
            <a:r>
              <a:rPr lang="ja-JP" altLang="en-US" sz="1700" b="0">
                <a:solidFill>
                  <a:srgbClr val="1A1A1A"/>
                </a:solidFill>
                <a:latin typeface="Noto Sans JP"/>
              </a:rPr>
              <a:t>　</a:t>
            </a:r>
            <a:r>
              <a:rPr sz="1700" b="0">
                <a:solidFill>
                  <a:srgbClr val="1A1A1A"/>
                </a:solidFill>
                <a:latin typeface="Noto Sans JP"/>
              </a:rPr>
              <a:t>ビルド成功後にテストを実行し、期待通りの動作を検証します。テスト失敗でパイプラインが</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中止されます。</a:t>
            </a:r>
          </a:p>
          <a:p>
            <a:pPr>
              <a:lnSpc>
                <a:spcPct val="140000"/>
              </a:lnSpc>
            </a:pPr>
            <a:r>
              <a:rPr sz="1700" b="1">
                <a:solidFill>
                  <a:srgbClr val="0070C0"/>
                </a:solidFill>
                <a:latin typeface="Noto Sans JP"/>
              </a:rPr>
              <a:t>アーティファクト保存</a:t>
            </a:r>
          </a:p>
          <a:p>
            <a:pPr>
              <a:lnSpc>
                <a:spcPct val="140000"/>
              </a:lnSpc>
            </a:pPr>
            <a:r>
              <a:rPr lang="ja-JP" altLang="en-US" sz="1700" b="0">
                <a:solidFill>
                  <a:srgbClr val="1A1A1A"/>
                </a:solidFill>
                <a:latin typeface="Noto Sans JP"/>
              </a:rPr>
              <a:t>　</a:t>
            </a:r>
            <a:r>
              <a:rPr sz="1700" b="0">
                <a:solidFill>
                  <a:srgbClr val="1A1A1A"/>
                </a:solidFill>
                <a:latin typeface="Noto Sans JP"/>
              </a:rPr>
              <a:t>すべての処理が成功した場合に限り、ビルド成果物をartifactとして安全に保存します。</a:t>
            </a:r>
          </a:p>
        </p:txBody>
      </p:sp>
      <p:sp>
        <p:nvSpPr>
          <p:cNvPr id="5" name="TextBox 4"/>
          <p:cNvSpPr txBox="1"/>
          <p:nvPr/>
        </p:nvSpPr>
        <p:spPr>
          <a:xfrm>
            <a:off x="502920" y="6336792"/>
            <a:ext cx="548640" cy="260008"/>
          </a:xfrm>
          <a:prstGeom prst="rect">
            <a:avLst/>
          </a:prstGeom>
          <a:noFill/>
        </p:spPr>
        <p:txBody>
          <a:bodyPr wrap="square">
            <a:spAutoFit/>
          </a:bodyPr>
          <a:lstStyle/>
          <a:p>
            <a:pPr>
              <a:lnSpc>
                <a:spcPct val="120000"/>
              </a:lnSpc>
            </a:pPr>
            <a:r>
              <a:rPr lang="en-US" altLang="ja-JP" sz="1000">
                <a:solidFill>
                  <a:srgbClr val="2F4D8A"/>
                </a:solidFill>
                <a:latin typeface="Arial"/>
              </a:rPr>
              <a:t>11</a:t>
            </a:r>
            <a:endParaRPr sz="1000" b="0">
              <a:solidFill>
                <a:srgbClr val="2F4D8A"/>
              </a:solidFill>
              <a:latin typeface="Arial"/>
            </a:endParaRP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ビルドとテストの自動化</a:t>
            </a:r>
          </a:p>
        </p:txBody>
      </p:sp>
      <p:sp>
        <p:nvSpPr>
          <p:cNvPr id="4" name="TextBox 3"/>
          <p:cNvSpPr txBox="1"/>
          <p:nvPr/>
        </p:nvSpPr>
        <p:spPr>
          <a:xfrm>
            <a:off x="868680" y="1554480"/>
            <a:ext cx="10424160" cy="2982804"/>
          </a:xfrm>
          <a:prstGeom prst="rect">
            <a:avLst/>
          </a:prstGeom>
          <a:noFill/>
        </p:spPr>
        <p:txBody>
          <a:bodyPr wrap="square">
            <a:spAutoFit/>
          </a:bodyPr>
          <a:lstStyle/>
          <a:p>
            <a:pPr>
              <a:lnSpc>
                <a:spcPct val="140000"/>
              </a:lnSpc>
            </a:pPr>
            <a:r>
              <a:rPr sz="1700" b="1">
                <a:solidFill>
                  <a:srgbClr val="0070C0"/>
                </a:solidFill>
                <a:latin typeface="Noto Sans JP"/>
              </a:rPr>
              <a:t>ビルド自動化の重要性</a:t>
            </a:r>
          </a:p>
          <a:p>
            <a:pPr>
              <a:lnSpc>
                <a:spcPct val="140000"/>
              </a:lnSpc>
            </a:pPr>
            <a:r>
              <a:rPr lang="ja-JP" altLang="en-US" sz="1700" b="0">
                <a:solidFill>
                  <a:srgbClr val="1A1A1A"/>
                </a:solidFill>
                <a:latin typeface="Noto Sans JP"/>
              </a:rPr>
              <a:t>　</a:t>
            </a:r>
            <a:r>
              <a:rPr sz="1700" b="0">
                <a:solidFill>
                  <a:srgbClr val="1A1A1A"/>
                </a:solidFill>
                <a:latin typeface="Noto Sans JP"/>
              </a:rPr>
              <a:t>Makefileにビルド手順を記述して、ローカルとCI環境で同じコマンド実行を可能にする。</a:t>
            </a:r>
          </a:p>
          <a:p>
            <a:pPr>
              <a:lnSpc>
                <a:spcPct val="140000"/>
              </a:lnSpc>
            </a:pPr>
            <a:r>
              <a:rPr sz="1700" b="1">
                <a:solidFill>
                  <a:srgbClr val="0070C0"/>
                </a:solidFill>
                <a:latin typeface="Noto Sans JP"/>
              </a:rPr>
              <a:t>単体テストの実装</a:t>
            </a:r>
          </a:p>
          <a:p>
            <a:pPr>
              <a:lnSpc>
                <a:spcPct val="140000"/>
              </a:lnSpc>
            </a:pPr>
            <a:r>
              <a:rPr lang="ja-JP" altLang="en-US" sz="1700" b="0">
                <a:solidFill>
                  <a:srgbClr val="1A1A1A"/>
                </a:solidFill>
                <a:latin typeface="Noto Sans JP"/>
              </a:rPr>
              <a:t>　</a:t>
            </a:r>
            <a:r>
              <a:rPr sz="1700" b="0">
                <a:solidFill>
                  <a:srgbClr val="1A1A1A"/>
                </a:solidFill>
                <a:latin typeface="Noto Sans JP"/>
              </a:rPr>
              <a:t>assertを使った簡単な単体テストを実装し、make testで実行できる仕組みを作る。</a:t>
            </a:r>
          </a:p>
          <a:p>
            <a:pPr>
              <a:lnSpc>
                <a:spcPct val="140000"/>
              </a:lnSpc>
            </a:pPr>
            <a:r>
              <a:rPr sz="1700" b="1">
                <a:solidFill>
                  <a:srgbClr val="0070C0"/>
                </a:solidFill>
                <a:latin typeface="Noto Sans JP"/>
              </a:rPr>
              <a:t>CIでのテスト実行</a:t>
            </a:r>
          </a:p>
          <a:p>
            <a:pPr>
              <a:lnSpc>
                <a:spcPct val="140000"/>
              </a:lnSpc>
            </a:pPr>
            <a:r>
              <a:rPr lang="ja-JP" altLang="en-US" sz="1700" b="0">
                <a:solidFill>
                  <a:srgbClr val="1A1A1A"/>
                </a:solidFill>
                <a:latin typeface="Noto Sans JP"/>
              </a:rPr>
              <a:t>　</a:t>
            </a:r>
            <a:r>
              <a:rPr sz="1700" b="0">
                <a:solidFill>
                  <a:srgbClr val="1A1A1A"/>
                </a:solidFill>
                <a:latin typeface="Noto Sans JP"/>
              </a:rPr>
              <a:t>CI上で必ずmake testを実行し、失敗時はCI全体を失敗にする運用を行う。</a:t>
            </a:r>
          </a:p>
          <a:p>
            <a:pPr>
              <a:lnSpc>
                <a:spcPct val="140000"/>
              </a:lnSpc>
            </a:pPr>
            <a:r>
              <a:rPr sz="1700" b="1">
                <a:solidFill>
                  <a:srgbClr val="0070C0"/>
                </a:solidFill>
                <a:latin typeface="Noto Sans JP"/>
              </a:rPr>
              <a:t>開発者の効率向上</a:t>
            </a:r>
          </a:p>
          <a:p>
            <a:pPr>
              <a:lnSpc>
                <a:spcPct val="140000"/>
              </a:lnSpc>
            </a:pPr>
            <a:r>
              <a:rPr lang="ja-JP" altLang="en-US" sz="1700" b="0">
                <a:solidFill>
                  <a:srgbClr val="1A1A1A"/>
                </a:solidFill>
                <a:latin typeface="Noto Sans JP"/>
              </a:rPr>
              <a:t>　</a:t>
            </a:r>
            <a:r>
              <a:rPr sz="1700" b="0">
                <a:solidFill>
                  <a:srgbClr val="1A1A1A"/>
                </a:solidFill>
                <a:latin typeface="Noto Sans JP"/>
              </a:rPr>
              <a:t>ビルドとテスト自動化で開発者は設計や実装に専念できるようになる。</a:t>
            </a:r>
          </a:p>
        </p:txBody>
      </p:sp>
      <p:sp>
        <p:nvSpPr>
          <p:cNvPr id="5" name="TextBox 4"/>
          <p:cNvSpPr txBox="1"/>
          <p:nvPr/>
        </p:nvSpPr>
        <p:spPr>
          <a:xfrm>
            <a:off x="502920" y="6336792"/>
            <a:ext cx="548640" cy="258661"/>
          </a:xfrm>
          <a:prstGeom prst="rect">
            <a:avLst/>
          </a:prstGeom>
          <a:noFill/>
        </p:spPr>
        <p:txBody>
          <a:bodyPr wrap="square">
            <a:spAutoFit/>
          </a:bodyPr>
          <a:lstStyle/>
          <a:p>
            <a:pPr>
              <a:lnSpc>
                <a:spcPct val="120000"/>
              </a:lnSpc>
            </a:pPr>
            <a:r>
              <a:rPr lang="en-US" altLang="ja-JP" sz="1000" b="0">
                <a:solidFill>
                  <a:srgbClr val="2F4D8A"/>
                </a:solidFill>
                <a:latin typeface="Arial"/>
              </a:rPr>
              <a:t>12</a:t>
            </a:r>
            <a:endParaRPr sz="1000" b="0">
              <a:solidFill>
                <a:srgbClr val="2F4D8A"/>
              </a:solidFill>
              <a:latin typeface="Arial"/>
            </a:endParaRP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40" y="4526280"/>
            <a:ext cx="2377440" cy="201168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850392" y="502920"/>
            <a:ext cx="10424160" cy="822960"/>
          </a:xfrm>
          <a:prstGeom prst="rect">
            <a:avLst/>
          </a:prstGeom>
          <a:noFill/>
        </p:spPr>
        <p:txBody>
          <a:bodyPr wrap="square">
            <a:spAutoFit/>
          </a:bodyPr>
          <a:lstStyle/>
          <a:p>
            <a:pPr>
              <a:lnSpc>
                <a:spcPct val="120000"/>
              </a:lnSpc>
            </a:pPr>
            <a:r>
              <a:rPr sz="2800" b="0">
                <a:solidFill>
                  <a:srgbClr val="1A1A1A"/>
                </a:solidFill>
                <a:latin typeface="Noto Sans JP"/>
              </a:rPr>
              <a:t>成果物（artifact）の管理</a:t>
            </a:r>
          </a:p>
        </p:txBody>
      </p:sp>
      <p:sp>
        <p:nvSpPr>
          <p:cNvPr id="4" name="TextBox 3"/>
          <p:cNvSpPr txBox="1"/>
          <p:nvPr/>
        </p:nvSpPr>
        <p:spPr>
          <a:xfrm>
            <a:off x="868680" y="1554480"/>
            <a:ext cx="10424160" cy="3715312"/>
          </a:xfrm>
          <a:prstGeom prst="rect">
            <a:avLst/>
          </a:prstGeom>
          <a:noFill/>
        </p:spPr>
        <p:txBody>
          <a:bodyPr wrap="square">
            <a:spAutoFit/>
          </a:bodyPr>
          <a:lstStyle/>
          <a:p>
            <a:pPr>
              <a:lnSpc>
                <a:spcPct val="140000"/>
              </a:lnSpc>
            </a:pPr>
            <a:r>
              <a:rPr sz="1700" b="1">
                <a:solidFill>
                  <a:srgbClr val="0070C0"/>
                </a:solidFill>
                <a:latin typeface="Noto Sans JP"/>
              </a:rPr>
              <a:t>成果物の定義</a:t>
            </a:r>
          </a:p>
          <a:p>
            <a:pPr>
              <a:lnSpc>
                <a:spcPct val="140000"/>
              </a:lnSpc>
            </a:pPr>
            <a:r>
              <a:rPr lang="ja-JP" altLang="en-US" sz="1700" b="0">
                <a:solidFill>
                  <a:srgbClr val="1A1A1A"/>
                </a:solidFill>
                <a:latin typeface="Noto Sans JP"/>
              </a:rPr>
              <a:t>　</a:t>
            </a:r>
            <a:r>
              <a:rPr sz="1700" b="0">
                <a:solidFill>
                  <a:srgbClr val="1A1A1A"/>
                </a:solidFill>
                <a:latin typeface="Noto Sans JP"/>
              </a:rPr>
              <a:t>artifactはCIの実行結果として生成されたファイルで、ビルド成果物やファームウェアが含まれます。</a:t>
            </a:r>
          </a:p>
          <a:p>
            <a:pPr>
              <a:lnSpc>
                <a:spcPct val="140000"/>
              </a:lnSpc>
            </a:pPr>
            <a:r>
              <a:rPr sz="1700" b="1">
                <a:solidFill>
                  <a:srgbClr val="0070C0"/>
                </a:solidFill>
                <a:latin typeface="Noto Sans JP"/>
              </a:rPr>
              <a:t>GitHub Actionsの利用</a:t>
            </a:r>
          </a:p>
          <a:p>
            <a:pPr>
              <a:lnSpc>
                <a:spcPct val="140000"/>
              </a:lnSpc>
            </a:pPr>
            <a:r>
              <a:rPr lang="ja-JP" altLang="en-US" sz="1700" b="0">
                <a:solidFill>
                  <a:srgbClr val="1A1A1A"/>
                </a:solidFill>
                <a:latin typeface="Noto Sans JP"/>
              </a:rPr>
              <a:t>　</a:t>
            </a:r>
            <a:r>
              <a:rPr sz="1700" b="0">
                <a:solidFill>
                  <a:srgbClr val="1A1A1A"/>
                </a:solidFill>
                <a:latin typeface="Noto Sans JP"/>
              </a:rPr>
              <a:t>GitHub Actionsのupload-artifact機能で、ビルドした成果物のアップロードとダウンロードが</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簡単に行えます。</a:t>
            </a:r>
          </a:p>
          <a:p>
            <a:pPr>
              <a:lnSpc>
                <a:spcPct val="140000"/>
              </a:lnSpc>
            </a:pPr>
            <a:r>
              <a:rPr sz="1700" b="1">
                <a:solidFill>
                  <a:srgbClr val="0070C0"/>
                </a:solidFill>
                <a:latin typeface="Noto Sans JP"/>
              </a:rPr>
              <a:t>トレーサビリティ向上</a:t>
            </a:r>
          </a:p>
          <a:p>
            <a:pPr>
              <a:lnSpc>
                <a:spcPct val="140000"/>
              </a:lnSpc>
            </a:pPr>
            <a:r>
              <a:rPr lang="ja-JP" altLang="en-US" sz="1700" b="0">
                <a:solidFill>
                  <a:srgbClr val="1A1A1A"/>
                </a:solidFill>
                <a:latin typeface="Noto Sans JP"/>
              </a:rPr>
              <a:t>　</a:t>
            </a:r>
            <a:r>
              <a:rPr sz="1700" b="0">
                <a:solidFill>
                  <a:srgbClr val="1A1A1A"/>
                </a:solidFill>
                <a:latin typeface="Noto Sans JP"/>
              </a:rPr>
              <a:t>artifactを保存することで、どのコミットから生成されたかを確認でき、トレーサビリティが</a:t>
            </a:r>
            <a:endParaRPr lang="en-US" sz="1700" b="0">
              <a:solidFill>
                <a:srgbClr val="1A1A1A"/>
              </a:solidFill>
              <a:latin typeface="Noto Sans JP"/>
            </a:endParaRPr>
          </a:p>
          <a:p>
            <a:pPr>
              <a:lnSpc>
                <a:spcPct val="140000"/>
              </a:lnSpc>
            </a:pPr>
            <a:r>
              <a:rPr lang="ja-JP" altLang="en-US" sz="1700">
                <a:solidFill>
                  <a:srgbClr val="1A1A1A"/>
                </a:solidFill>
                <a:latin typeface="Noto Sans JP"/>
              </a:rPr>
              <a:t>　</a:t>
            </a:r>
            <a:r>
              <a:rPr sz="1700" b="0">
                <a:solidFill>
                  <a:srgbClr val="1A1A1A"/>
                </a:solidFill>
                <a:latin typeface="Noto Sans JP"/>
              </a:rPr>
              <a:t>向上します。</a:t>
            </a:r>
          </a:p>
          <a:p>
            <a:pPr>
              <a:lnSpc>
                <a:spcPct val="140000"/>
              </a:lnSpc>
            </a:pPr>
            <a:r>
              <a:rPr sz="1700" b="1">
                <a:solidFill>
                  <a:srgbClr val="0070C0"/>
                </a:solidFill>
                <a:latin typeface="Noto Sans JP"/>
              </a:rPr>
              <a:t>CIの理解促進</a:t>
            </a:r>
          </a:p>
          <a:p>
            <a:pPr>
              <a:lnSpc>
                <a:spcPct val="140000"/>
              </a:lnSpc>
            </a:pPr>
            <a:r>
              <a:rPr lang="ja-JP" altLang="en-US" sz="1700" b="0">
                <a:solidFill>
                  <a:srgbClr val="1A1A1A"/>
                </a:solidFill>
                <a:latin typeface="Noto Sans JP"/>
              </a:rPr>
              <a:t>　</a:t>
            </a:r>
            <a:r>
              <a:rPr sz="1700" b="0">
                <a:solidFill>
                  <a:srgbClr val="1A1A1A"/>
                </a:solidFill>
                <a:latin typeface="Noto Sans JP"/>
              </a:rPr>
              <a:t>新人でも実際にダウンロードできる成果物があることで、CIの価値を理解しやすくなります。</a:t>
            </a:r>
          </a:p>
        </p:txBody>
      </p:sp>
      <p:sp>
        <p:nvSpPr>
          <p:cNvPr id="5" name="TextBox 4"/>
          <p:cNvSpPr txBox="1"/>
          <p:nvPr/>
        </p:nvSpPr>
        <p:spPr>
          <a:xfrm>
            <a:off x="502920" y="6336792"/>
            <a:ext cx="548640" cy="258661"/>
          </a:xfrm>
          <a:prstGeom prst="rect">
            <a:avLst/>
          </a:prstGeom>
          <a:noFill/>
        </p:spPr>
        <p:txBody>
          <a:bodyPr wrap="square">
            <a:spAutoFit/>
          </a:bodyPr>
          <a:lstStyle/>
          <a:p>
            <a:pPr>
              <a:lnSpc>
                <a:spcPct val="120000"/>
              </a:lnSpc>
            </a:pPr>
            <a:r>
              <a:rPr lang="en-US" altLang="ja-JP" sz="1000" b="0">
                <a:solidFill>
                  <a:srgbClr val="2F4D8A"/>
                </a:solidFill>
                <a:latin typeface="Arial"/>
              </a:rPr>
              <a:t>13</a:t>
            </a:r>
            <a:endParaRPr sz="1000" b="0">
              <a:solidFill>
                <a:srgbClr val="2F4D8A"/>
              </a:solidFill>
              <a:latin typeface="Arial"/>
            </a:endParaRPr>
          </a:p>
        </p:txBody>
      </p:sp>
      <p:pic>
        <p:nvPicPr>
          <p:cNvPr id="6" name="Picture 5" descr="genetec_logo_h.png"/>
          <p:cNvPicPr>
            <a:picLocks noChangeAspect="1"/>
          </p:cNvPicPr>
          <p:nvPr/>
        </p:nvPicPr>
        <p:blipFill>
          <a:blip r:embed="rId3"/>
          <a:stretch>
            <a:fillRect/>
          </a:stretch>
        </p:blipFill>
        <p:spPr>
          <a:xfrm>
            <a:off x="10012680" y="5806440"/>
            <a:ext cx="1874519" cy="502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3" name="図 9" descr="Lattice_Logo_color_pms.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1812" y="3329233"/>
            <a:ext cx="2296728" cy="372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図 10" descr="collaborative_cc.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46172" y="2882129"/>
            <a:ext cx="723397" cy="860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図 8" descr="Authorized Design Partner.jp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25920" y="1299411"/>
            <a:ext cx="961100" cy="96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タイトル 3">
            <a:extLst>
              <a:ext uri="{FF2B5EF4-FFF2-40B4-BE49-F238E27FC236}">
                <a16:creationId xmlns:a16="http://schemas.microsoft.com/office/drawing/2014/main" id="{5F26CFAD-5017-4B43-8486-06F1A0D1951D}"/>
              </a:ext>
            </a:extLst>
          </p:cNvPr>
          <p:cNvSpPr txBox="1">
            <a:spLocks/>
          </p:cNvSpPr>
          <p:nvPr/>
        </p:nvSpPr>
        <p:spPr bwMode="auto">
          <a:xfrm>
            <a:off x="854557" y="656535"/>
            <a:ext cx="10211913" cy="70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5449" tIns="27725" rIns="55449" bIns="27725" numCol="1" anchor="t" anchorCtr="0" compatLnSpc="1">
            <a:prstTxWarp prst="textNoShape">
              <a:avLst/>
            </a:prstTxWarp>
          </a:bodyPr>
          <a:lstStyle>
            <a:lvl1pPr algn="l" rtl="0" eaLnBrk="0" fontAlgn="base" hangingPunct="0">
              <a:spcBef>
                <a:spcPct val="0"/>
              </a:spcBef>
              <a:spcAft>
                <a:spcPct val="0"/>
              </a:spcAft>
              <a:defRPr kumimoji="1" sz="3600">
                <a:solidFill>
                  <a:srgbClr val="000066"/>
                </a:solidFill>
                <a:latin typeface="+mj-lt"/>
                <a:ea typeface="+mj-ea"/>
                <a:cs typeface="+mj-cs"/>
              </a:defRPr>
            </a:lvl1pPr>
            <a:lvl2pPr algn="l" rtl="0" eaLnBrk="0" fontAlgn="base" hangingPunct="0">
              <a:spcBef>
                <a:spcPct val="0"/>
              </a:spcBef>
              <a:spcAft>
                <a:spcPct val="0"/>
              </a:spcAft>
              <a:defRPr kumimoji="1" sz="4000">
                <a:solidFill>
                  <a:srgbClr val="000066"/>
                </a:solidFill>
                <a:latin typeface="ヒラギノ角ゴ Pro W6" pitchFamily="34" charset="-128"/>
                <a:ea typeface="ヒラギノ角ゴ Pro W6" pitchFamily="34" charset="-128"/>
              </a:defRPr>
            </a:lvl2pPr>
            <a:lvl3pPr algn="l" rtl="0" eaLnBrk="0" fontAlgn="base" hangingPunct="0">
              <a:spcBef>
                <a:spcPct val="0"/>
              </a:spcBef>
              <a:spcAft>
                <a:spcPct val="0"/>
              </a:spcAft>
              <a:defRPr kumimoji="1" sz="4000">
                <a:solidFill>
                  <a:srgbClr val="000066"/>
                </a:solidFill>
                <a:latin typeface="ヒラギノ角ゴ Pro W6" pitchFamily="34" charset="-128"/>
                <a:ea typeface="ヒラギノ角ゴ Pro W6" pitchFamily="34" charset="-128"/>
              </a:defRPr>
            </a:lvl3pPr>
            <a:lvl4pPr algn="l" rtl="0" eaLnBrk="0" fontAlgn="base" hangingPunct="0">
              <a:spcBef>
                <a:spcPct val="0"/>
              </a:spcBef>
              <a:spcAft>
                <a:spcPct val="0"/>
              </a:spcAft>
              <a:defRPr kumimoji="1" sz="4000">
                <a:solidFill>
                  <a:srgbClr val="000066"/>
                </a:solidFill>
                <a:latin typeface="ヒラギノ角ゴ Pro W6" pitchFamily="34" charset="-128"/>
                <a:ea typeface="ヒラギノ角ゴ Pro W6" pitchFamily="34" charset="-128"/>
              </a:defRPr>
            </a:lvl4pPr>
            <a:lvl5pPr algn="l" rtl="0" eaLnBrk="0" fontAlgn="base" hangingPunct="0">
              <a:spcBef>
                <a:spcPct val="0"/>
              </a:spcBef>
              <a:spcAft>
                <a:spcPct val="0"/>
              </a:spcAft>
              <a:defRPr kumimoji="1" sz="4000">
                <a:solidFill>
                  <a:srgbClr val="000066"/>
                </a:solidFill>
                <a:latin typeface="ヒラギノ角ゴ Pro W6" pitchFamily="34" charset="-128"/>
                <a:ea typeface="ヒラギノ角ゴ Pro W6" pitchFamily="34" charset="-128"/>
              </a:defRPr>
            </a:lvl5pPr>
            <a:lvl6pPr marL="457200" algn="l" rtl="0" fontAlgn="base">
              <a:spcBef>
                <a:spcPct val="0"/>
              </a:spcBef>
              <a:spcAft>
                <a:spcPct val="0"/>
              </a:spcAft>
              <a:defRPr kumimoji="1" sz="4000">
                <a:solidFill>
                  <a:srgbClr val="000066"/>
                </a:solidFill>
                <a:latin typeface="ヒラギノ角ゴ Pro W6" pitchFamily="34" charset="-128"/>
                <a:ea typeface="ヒラギノ角ゴ Pro W6" pitchFamily="34" charset="-128"/>
              </a:defRPr>
            </a:lvl6pPr>
            <a:lvl7pPr marL="914400" algn="l" rtl="0" fontAlgn="base">
              <a:spcBef>
                <a:spcPct val="0"/>
              </a:spcBef>
              <a:spcAft>
                <a:spcPct val="0"/>
              </a:spcAft>
              <a:defRPr kumimoji="1" sz="4000">
                <a:solidFill>
                  <a:srgbClr val="000066"/>
                </a:solidFill>
                <a:latin typeface="ヒラギノ角ゴ Pro W6" pitchFamily="34" charset="-128"/>
                <a:ea typeface="ヒラギノ角ゴ Pro W6" pitchFamily="34" charset="-128"/>
              </a:defRPr>
            </a:lvl7pPr>
            <a:lvl8pPr marL="1371600" algn="l" rtl="0" fontAlgn="base">
              <a:spcBef>
                <a:spcPct val="0"/>
              </a:spcBef>
              <a:spcAft>
                <a:spcPct val="0"/>
              </a:spcAft>
              <a:defRPr kumimoji="1" sz="4000">
                <a:solidFill>
                  <a:srgbClr val="000066"/>
                </a:solidFill>
                <a:latin typeface="ヒラギノ角ゴ Pro W6" pitchFamily="34" charset="-128"/>
                <a:ea typeface="ヒラギノ角ゴ Pro W6" pitchFamily="34" charset="-128"/>
              </a:defRPr>
            </a:lvl8pPr>
            <a:lvl9pPr marL="1828800" algn="l" rtl="0" fontAlgn="base">
              <a:spcBef>
                <a:spcPct val="0"/>
              </a:spcBef>
              <a:spcAft>
                <a:spcPct val="0"/>
              </a:spcAft>
              <a:defRPr kumimoji="1" sz="4000">
                <a:solidFill>
                  <a:srgbClr val="000066"/>
                </a:solidFill>
                <a:latin typeface="ヒラギノ角ゴ Pro W6" pitchFamily="34" charset="-128"/>
                <a:ea typeface="ヒラギノ角ゴ Pro W6" pitchFamily="34" charset="-128"/>
              </a:defRPr>
            </a:lvl9pPr>
          </a:lstStyle>
          <a:p>
            <a:pPr defTabSz="554492">
              <a:defRPr/>
            </a:pPr>
            <a:r>
              <a:rPr lang="ja-JP" altLang="en-US" sz="2800" b="1" dirty="0">
                <a:solidFill>
                  <a:srgbClr val="003894"/>
                </a:solidFill>
                <a:latin typeface="BIZ UDPゴシック" panose="020B0400000000000000" pitchFamily="50" charset="-128"/>
                <a:ea typeface="BIZ UDPゴシック" panose="020B0400000000000000" pitchFamily="50" charset="-128"/>
              </a:rPr>
              <a:t>ゼネテックは下記開発サードパーティ・パートナーです。</a:t>
            </a:r>
            <a:endParaRPr lang="en-US" altLang="ja-JP" sz="2800" b="1" dirty="0">
              <a:solidFill>
                <a:srgbClr val="003894"/>
              </a:solidFill>
              <a:latin typeface="BIZ UDPゴシック" panose="020B0400000000000000" pitchFamily="50" charset="-128"/>
              <a:ea typeface="BIZ UDPゴシック" panose="020B0400000000000000" pitchFamily="50" charset="-128"/>
            </a:endParaRPr>
          </a:p>
        </p:txBody>
      </p:sp>
      <p:pic>
        <p:nvPicPr>
          <p:cNvPr id="5" name="図 4">
            <a:extLst>
              <a:ext uri="{FF2B5EF4-FFF2-40B4-BE49-F238E27FC236}">
                <a16:creationId xmlns:a16="http://schemas.microsoft.com/office/drawing/2014/main" id="{CC6E24FE-59C6-462E-A954-9444842EB4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80630" y="3038769"/>
            <a:ext cx="2788884" cy="254486"/>
          </a:xfrm>
          <a:prstGeom prst="rect">
            <a:avLst/>
          </a:prstGeom>
        </p:spPr>
      </p:pic>
      <p:sp>
        <p:nvSpPr>
          <p:cNvPr id="14" name="Rectangle 3">
            <a:extLst>
              <a:ext uri="{FF2B5EF4-FFF2-40B4-BE49-F238E27FC236}">
                <a16:creationId xmlns:a16="http://schemas.microsoft.com/office/drawing/2014/main" id="{695914AD-5A80-4CA5-B8D3-405261133E12}"/>
              </a:ext>
            </a:extLst>
          </p:cNvPr>
          <p:cNvSpPr>
            <a:spLocks noChangeArrowheads="1"/>
          </p:cNvSpPr>
          <p:nvPr/>
        </p:nvSpPr>
        <p:spPr bwMode="auto">
          <a:xfrm>
            <a:off x="8569448" y="1904027"/>
            <a:ext cx="3178508" cy="1866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t">
            <a:spAutoFit/>
          </a:bodyPr>
          <a:lstStyle>
            <a:lvl1pPr eaLnBrk="0" hangingPunct="0">
              <a:tabLst>
                <a:tab pos="628650" algn="l"/>
              </a:tabLst>
              <a:defRPr kumimoji="1" sz="2000" b="1">
                <a:solidFill>
                  <a:srgbClr val="000066"/>
                </a:solidFill>
                <a:latin typeface="ヒラギノ角ゴ Pro W6" pitchFamily="34" charset="-128"/>
                <a:ea typeface="ヒラギノ角ゴ Pro W6" pitchFamily="34" charset="-128"/>
              </a:defRPr>
            </a:lvl1pPr>
            <a:lvl2pPr marL="742950" indent="-285750" eaLnBrk="0" hangingPunct="0">
              <a:tabLst>
                <a:tab pos="628650" algn="l"/>
              </a:tabLst>
              <a:defRPr kumimoji="1" sz="2000" b="1">
                <a:solidFill>
                  <a:srgbClr val="000066"/>
                </a:solidFill>
                <a:latin typeface="ヒラギノ角ゴ Pro W6" pitchFamily="34" charset="-128"/>
                <a:ea typeface="ヒラギノ角ゴ Pro W6" pitchFamily="34" charset="-128"/>
              </a:defRPr>
            </a:lvl2pPr>
            <a:lvl3pPr marL="11430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3pPr>
            <a:lvl4pPr marL="16002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4pPr>
            <a:lvl5pPr marL="20574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5pPr>
            <a:lvl6pPr marL="25146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6pPr>
            <a:lvl7pPr marL="29718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7pPr>
            <a:lvl8pPr marL="34290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8pPr>
            <a:lvl9pPr marL="38862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9pPr>
          </a:lstStyle>
          <a:p>
            <a:pPr algn="l" eaLnBrk="1" hangingPunct="1">
              <a:lnSpc>
                <a:spcPct val="100000"/>
              </a:lnSpc>
              <a:spcBef>
                <a:spcPct val="100000"/>
              </a:spcBef>
            </a:pPr>
            <a:r>
              <a:rPr lang="ja-JP" altLang="en-US" sz="1213" b="0">
                <a:solidFill>
                  <a:schemeClr val="tx1"/>
                </a:solidFill>
                <a:latin typeface="BIZ UDPゴシック" panose="020B0400000000000000" pitchFamily="50" charset="-128"/>
                <a:ea typeface="BIZ UDPゴシック" panose="020B0400000000000000" pitchFamily="50" charset="-128"/>
                <a:hlinkClick r:id="rId7"/>
              </a:rPr>
              <a:t>ルネサス</a:t>
            </a:r>
            <a:r>
              <a:rPr lang="en-US" altLang="ja-JP" sz="1213" b="0" dirty="0">
                <a:solidFill>
                  <a:schemeClr val="tx1"/>
                </a:solidFill>
                <a:latin typeface="BIZ UDPゴシック" panose="020B0400000000000000" pitchFamily="50" charset="-128"/>
                <a:ea typeface="BIZ UDPゴシック" panose="020B0400000000000000" pitchFamily="50" charset="-128"/>
                <a:hlinkClick r:id="rId7"/>
              </a:rPr>
              <a:t>IP</a:t>
            </a:r>
            <a:r>
              <a:rPr lang="ja-JP" altLang="en-US" sz="1213" b="0">
                <a:solidFill>
                  <a:schemeClr val="tx1"/>
                </a:solidFill>
                <a:latin typeface="BIZ UDPゴシック" panose="020B0400000000000000" pitchFamily="50" charset="-128"/>
                <a:ea typeface="BIZ UDPゴシック" panose="020B0400000000000000" pitchFamily="50" charset="-128"/>
                <a:hlinkClick r:id="rId7"/>
              </a:rPr>
              <a:t>ライセンスパートナー</a:t>
            </a:r>
            <a:r>
              <a:rPr lang="en-US" altLang="ja-JP" sz="1213" b="0" dirty="0">
                <a:solidFill>
                  <a:schemeClr val="tx1"/>
                </a:solidFill>
                <a:latin typeface="BIZ UDPゴシック" panose="020B0400000000000000" pitchFamily="50" charset="-128"/>
                <a:ea typeface="BIZ UDPゴシック" panose="020B0400000000000000" pitchFamily="50" charset="-128"/>
                <a:hlinkClick r:id="rId7"/>
              </a:rPr>
              <a:t>(link)</a:t>
            </a:r>
            <a:endParaRPr lang="en-US" altLang="ja-JP" sz="1213" b="0" dirty="0">
              <a:solidFill>
                <a:schemeClr val="tx1"/>
              </a:solidFill>
              <a:latin typeface="BIZ UDPゴシック" panose="020B0400000000000000" pitchFamily="50" charset="-128"/>
              <a:ea typeface="BIZ UDPゴシック" panose="020B0400000000000000" pitchFamily="50" charset="-128"/>
            </a:endParaRPr>
          </a:p>
        </p:txBody>
      </p:sp>
      <p:pic>
        <p:nvPicPr>
          <p:cNvPr id="3074" name="Picture 2" descr="APN パートナーになる “３ つの理由” とは | AWS JAPAN APN ブログ">
            <a:extLst>
              <a:ext uri="{FF2B5EF4-FFF2-40B4-BE49-F238E27FC236}">
                <a16:creationId xmlns:a16="http://schemas.microsoft.com/office/drawing/2014/main" id="{674C9745-DE5A-4FBD-8B09-3FEEF30A1B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2499" y="1277260"/>
            <a:ext cx="2576486" cy="9873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DAF70FE-53B3-4CFB-86B9-422A142E84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6105" y="1418548"/>
            <a:ext cx="2302776" cy="381005"/>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2200B1A6-FDFD-ED90-4AF8-E90A3A174FF1}"/>
              </a:ext>
            </a:extLst>
          </p:cNvPr>
          <p:cNvPicPr>
            <a:picLocks noChangeAspect="1"/>
          </p:cNvPicPr>
          <p:nvPr/>
        </p:nvPicPr>
        <p:blipFill>
          <a:blip r:embed="rId10"/>
          <a:stretch>
            <a:fillRect/>
          </a:stretch>
        </p:blipFill>
        <p:spPr>
          <a:xfrm>
            <a:off x="3855437" y="2144655"/>
            <a:ext cx="2089132" cy="960156"/>
          </a:xfrm>
          <a:prstGeom prst="rect">
            <a:avLst/>
          </a:prstGeom>
        </p:spPr>
      </p:pic>
      <p:sp>
        <p:nvSpPr>
          <p:cNvPr id="2" name="Rectangle 3">
            <a:extLst>
              <a:ext uri="{FF2B5EF4-FFF2-40B4-BE49-F238E27FC236}">
                <a16:creationId xmlns:a16="http://schemas.microsoft.com/office/drawing/2014/main" id="{4A361DAD-5DEB-1724-305B-01134A76EC14}"/>
              </a:ext>
            </a:extLst>
          </p:cNvPr>
          <p:cNvSpPr>
            <a:spLocks noChangeArrowheads="1"/>
          </p:cNvSpPr>
          <p:nvPr/>
        </p:nvSpPr>
        <p:spPr bwMode="auto">
          <a:xfrm>
            <a:off x="3171894" y="3801473"/>
            <a:ext cx="5545349" cy="2399992"/>
          </a:xfrm>
          <a:prstGeom prst="rect">
            <a:avLst/>
          </a:prstGeom>
          <a:noFill/>
          <a:ln w="952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square" tIns="154789" anchor="ctr">
            <a:spAutoFit/>
          </a:bodyPr>
          <a:lstStyle>
            <a:lvl1pPr eaLnBrk="0" hangingPunct="0">
              <a:tabLst>
                <a:tab pos="628650" algn="l"/>
              </a:tabLst>
              <a:defRPr kumimoji="1" sz="2000" b="1">
                <a:solidFill>
                  <a:srgbClr val="000066"/>
                </a:solidFill>
                <a:latin typeface="ヒラギノ角ゴ Pro W6" pitchFamily="34" charset="-128"/>
                <a:ea typeface="ヒラギノ角ゴ Pro W6" pitchFamily="34" charset="-128"/>
              </a:defRPr>
            </a:lvl1pPr>
            <a:lvl2pPr marL="742950" indent="-285750" eaLnBrk="0" hangingPunct="0">
              <a:tabLst>
                <a:tab pos="628650" algn="l"/>
              </a:tabLst>
              <a:defRPr kumimoji="1" sz="2000" b="1">
                <a:solidFill>
                  <a:srgbClr val="000066"/>
                </a:solidFill>
                <a:latin typeface="ヒラギノ角ゴ Pro W6" pitchFamily="34" charset="-128"/>
                <a:ea typeface="ヒラギノ角ゴ Pro W6" pitchFamily="34" charset="-128"/>
              </a:defRPr>
            </a:lvl2pPr>
            <a:lvl3pPr marL="11430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3pPr>
            <a:lvl4pPr marL="16002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4pPr>
            <a:lvl5pPr marL="2057400" indent="-228600" eaLnBrk="0" hangingPunct="0">
              <a:tabLst>
                <a:tab pos="628650" algn="l"/>
              </a:tabLst>
              <a:defRPr kumimoji="1" sz="2000" b="1">
                <a:solidFill>
                  <a:srgbClr val="000066"/>
                </a:solidFill>
                <a:latin typeface="ヒラギノ角ゴ Pro W6" pitchFamily="34" charset="-128"/>
                <a:ea typeface="ヒラギノ角ゴ Pro W6" pitchFamily="34" charset="-128"/>
              </a:defRPr>
            </a:lvl5pPr>
            <a:lvl6pPr marL="25146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6pPr>
            <a:lvl7pPr marL="29718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7pPr>
            <a:lvl8pPr marL="34290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8pPr>
            <a:lvl9pPr marL="3886200" indent="-228600" eaLnBrk="0" fontAlgn="base" hangingPunct="0">
              <a:lnSpc>
                <a:spcPct val="105000"/>
              </a:lnSpc>
              <a:spcBef>
                <a:spcPct val="20000"/>
              </a:spcBef>
              <a:spcAft>
                <a:spcPct val="0"/>
              </a:spcAft>
              <a:tabLst>
                <a:tab pos="628650" algn="l"/>
              </a:tabLst>
              <a:defRPr kumimoji="1" sz="2000" b="1">
                <a:solidFill>
                  <a:srgbClr val="000066"/>
                </a:solidFill>
                <a:latin typeface="ヒラギノ角ゴ Pro W6" pitchFamily="34" charset="-128"/>
                <a:ea typeface="ヒラギノ角ゴ Pro W6" pitchFamily="34" charset="-128"/>
              </a:defRPr>
            </a:lvl9pPr>
          </a:lstStyle>
          <a:p>
            <a:pPr algn="ctr" eaLnBrk="1" hangingPunct="1">
              <a:lnSpc>
                <a:spcPct val="100000"/>
              </a:lnSpc>
              <a:spcBef>
                <a:spcPct val="100000"/>
              </a:spcBef>
            </a:pPr>
            <a:r>
              <a:rPr lang="en-US" altLang="ja-JP" sz="1200" b="0" dirty="0">
                <a:solidFill>
                  <a:schemeClr val="tx1"/>
                </a:solidFill>
                <a:latin typeface="BIZ UDPゴシック" panose="020B0400000000000000" pitchFamily="50" charset="-128"/>
                <a:ea typeface="BIZ UDPゴシック" panose="020B0400000000000000" pitchFamily="50" charset="-128"/>
              </a:rPr>
              <a:t>【</a:t>
            </a:r>
            <a:r>
              <a:rPr lang="ja-JP" altLang="en-US" sz="1200" b="0" dirty="0">
                <a:solidFill>
                  <a:schemeClr val="tx1"/>
                </a:solidFill>
                <a:latin typeface="BIZ UDPゴシック" panose="020B0400000000000000" pitchFamily="50" charset="-128"/>
                <a:ea typeface="BIZ UDPゴシック" panose="020B0400000000000000" pitchFamily="50" charset="-128"/>
              </a:rPr>
              <a:t>本件照会先</a:t>
            </a:r>
            <a:r>
              <a:rPr lang="en-US" altLang="ja-JP" sz="1200" b="0" dirty="0">
                <a:solidFill>
                  <a:schemeClr val="tx1"/>
                </a:solidFill>
                <a:latin typeface="BIZ UDPゴシック" panose="020B0400000000000000" pitchFamily="50" charset="-128"/>
                <a:ea typeface="BIZ UDPゴシック" panose="020B0400000000000000" pitchFamily="50" charset="-128"/>
              </a:rPr>
              <a:t>】</a:t>
            </a:r>
          </a:p>
          <a:p>
            <a:pPr algn="ctr" eaLnBrk="1" hangingPunct="1">
              <a:lnSpc>
                <a:spcPct val="50000"/>
              </a:lnSpc>
              <a:spcBef>
                <a:spcPct val="100000"/>
              </a:spcBef>
            </a:pPr>
            <a:endParaRPr lang="en-US" altLang="ja-JP" sz="800" b="0" dirty="0">
              <a:solidFill>
                <a:schemeClr val="tx1"/>
              </a:solidFill>
              <a:latin typeface="BIZ UDPゴシック" panose="020B0400000000000000" pitchFamily="50" charset="-128"/>
              <a:ea typeface="BIZ UDPゴシック" panose="020B0400000000000000" pitchFamily="50" charset="-128"/>
            </a:endParaRP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株式会社ゼネテック</a:t>
            </a:r>
            <a:endParaRPr lang="en-US" altLang="ja-JP" sz="1200" b="0" dirty="0">
              <a:solidFill>
                <a:schemeClr val="tx1"/>
              </a:solidFill>
              <a:latin typeface="BIZ UDPゴシック" panose="020B0400000000000000" pitchFamily="50" charset="-128"/>
              <a:ea typeface="BIZ UDPゴシック" panose="020B0400000000000000" pitchFamily="50" charset="-128"/>
            </a:endParaRP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システム事業部　営業部</a:t>
            </a:r>
            <a:endParaRPr lang="en-US" altLang="ja-JP" sz="1200" b="0" dirty="0">
              <a:solidFill>
                <a:schemeClr val="tx1"/>
              </a:solidFill>
              <a:latin typeface="BIZ UDPゴシック" panose="020B0400000000000000" pitchFamily="50" charset="-128"/>
              <a:ea typeface="BIZ UDPゴシック" panose="020B0400000000000000" pitchFamily="50" charset="-128"/>
            </a:endParaRPr>
          </a:p>
          <a:p>
            <a:pPr eaLnBrk="1" hangingPunct="1">
              <a:lnSpc>
                <a:spcPct val="60000"/>
              </a:lnSpc>
              <a:spcBef>
                <a:spcPct val="50000"/>
              </a:spcBef>
            </a:pPr>
            <a:endParaRPr lang="ja-JP" altLang="en-US" sz="1200" b="0" dirty="0">
              <a:solidFill>
                <a:schemeClr val="tx1"/>
              </a:solidFill>
              <a:latin typeface="BIZ UDPゴシック" panose="020B0400000000000000" pitchFamily="50" charset="-128"/>
              <a:ea typeface="BIZ UDPゴシック" panose="020B0400000000000000" pitchFamily="50" charset="-128"/>
            </a:endParaRP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163-1325</a:t>
            </a:r>
            <a:r>
              <a:rPr lang="ja-JP" altLang="en-US" sz="1200" b="0" dirty="0">
                <a:solidFill>
                  <a:schemeClr val="tx1"/>
                </a:solidFill>
                <a:latin typeface="BIZ UDPゴシック" panose="020B0400000000000000" pitchFamily="50" charset="-128"/>
                <a:ea typeface="BIZ UDPゴシック" panose="020B0400000000000000" pitchFamily="50" charset="-128"/>
              </a:rPr>
              <a:t>　東京都新宿区西新宿</a:t>
            </a:r>
            <a:r>
              <a:rPr lang="en-US" altLang="ja-JP" sz="1200" b="0" dirty="0">
                <a:solidFill>
                  <a:schemeClr val="tx1"/>
                </a:solidFill>
                <a:latin typeface="BIZ UDPゴシック" panose="020B0400000000000000" pitchFamily="50" charset="-128"/>
                <a:ea typeface="BIZ UDPゴシック" panose="020B0400000000000000" pitchFamily="50" charset="-128"/>
              </a:rPr>
              <a:t>6-5-1</a:t>
            </a:r>
            <a:r>
              <a:rPr lang="ja-JP" altLang="en-US" sz="1200" b="0" dirty="0">
                <a:solidFill>
                  <a:schemeClr val="tx1"/>
                </a:solidFill>
                <a:latin typeface="BIZ UDPゴシック" panose="020B0400000000000000" pitchFamily="50" charset="-128"/>
                <a:ea typeface="BIZ UDPゴシック" panose="020B0400000000000000" pitchFamily="50" charset="-128"/>
              </a:rPr>
              <a:t>　新宿アイランドタワー</a:t>
            </a:r>
            <a:r>
              <a:rPr lang="en-US" altLang="ja-JP" sz="1200" b="0" dirty="0">
                <a:solidFill>
                  <a:schemeClr val="tx1"/>
                </a:solidFill>
                <a:latin typeface="BIZ UDPゴシック" panose="020B0400000000000000" pitchFamily="50" charset="-128"/>
                <a:ea typeface="BIZ UDPゴシック" panose="020B0400000000000000" pitchFamily="50" charset="-128"/>
              </a:rPr>
              <a:t>25F</a:t>
            </a: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TEL</a:t>
            </a:r>
            <a:r>
              <a:rPr lang="ja-JP" altLang="en-US" sz="1200" b="0" dirty="0">
                <a:solidFill>
                  <a:schemeClr val="tx1"/>
                </a:solidFill>
                <a:latin typeface="BIZ UDPゴシック" panose="020B0400000000000000" pitchFamily="50" charset="-128"/>
                <a:ea typeface="BIZ UDPゴシック" panose="020B0400000000000000" pitchFamily="50" charset="-128"/>
              </a:rPr>
              <a:t>：</a:t>
            </a:r>
            <a:r>
              <a:rPr lang="en-US" altLang="ja-JP" sz="1200" b="0" dirty="0">
                <a:solidFill>
                  <a:schemeClr val="tx1"/>
                </a:solidFill>
                <a:latin typeface="BIZ UDPゴシック" panose="020B0400000000000000" pitchFamily="50" charset="-128"/>
                <a:ea typeface="BIZ UDPゴシック" panose="020B0400000000000000" pitchFamily="50" charset="-128"/>
              </a:rPr>
              <a:t>03-6258-5620</a:t>
            </a: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FAX</a:t>
            </a:r>
            <a:r>
              <a:rPr lang="ja-JP" altLang="en-US" sz="1200" b="0" dirty="0">
                <a:solidFill>
                  <a:schemeClr val="tx1"/>
                </a:solidFill>
                <a:latin typeface="BIZ UDPゴシック" panose="020B0400000000000000" pitchFamily="50" charset="-128"/>
                <a:ea typeface="BIZ UDPゴシック" panose="020B0400000000000000" pitchFamily="50" charset="-128"/>
              </a:rPr>
              <a:t>：</a:t>
            </a:r>
            <a:r>
              <a:rPr lang="en-US" altLang="ja-JP" sz="1200" b="0" dirty="0">
                <a:solidFill>
                  <a:schemeClr val="tx1"/>
                </a:solidFill>
                <a:latin typeface="BIZ UDPゴシック" panose="020B0400000000000000" pitchFamily="50" charset="-128"/>
                <a:ea typeface="BIZ UDPゴシック" panose="020B0400000000000000" pitchFamily="50" charset="-128"/>
              </a:rPr>
              <a:t>03-6258-5629</a:t>
            </a: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550-0013</a:t>
            </a:r>
            <a:r>
              <a:rPr lang="ja-JP" altLang="en-US" sz="1200" b="0" dirty="0">
                <a:solidFill>
                  <a:schemeClr val="tx1"/>
                </a:solidFill>
                <a:latin typeface="BIZ UDPゴシック" panose="020B0400000000000000" pitchFamily="50" charset="-128"/>
                <a:ea typeface="BIZ UDPゴシック" panose="020B0400000000000000" pitchFamily="50" charset="-128"/>
              </a:rPr>
              <a:t>大阪市西区新町２丁目４－２なにわ筋ＳＩＡビル１６階</a:t>
            </a:r>
            <a:endParaRPr lang="en-US" altLang="ja-JP" sz="1200" b="0" dirty="0">
              <a:solidFill>
                <a:schemeClr val="tx1"/>
              </a:solidFill>
              <a:latin typeface="BIZ UDPゴシック" panose="020B0400000000000000" pitchFamily="50" charset="-128"/>
              <a:ea typeface="BIZ UDPゴシック" panose="020B0400000000000000" pitchFamily="50" charset="-128"/>
            </a:endParaRP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TEL</a:t>
            </a:r>
            <a:r>
              <a:rPr lang="ja-JP" altLang="en-US" sz="1200" b="0" dirty="0">
                <a:solidFill>
                  <a:schemeClr val="tx1"/>
                </a:solidFill>
                <a:latin typeface="BIZ UDPゴシック" panose="020B0400000000000000" pitchFamily="50" charset="-128"/>
                <a:ea typeface="BIZ UDPゴシック" panose="020B0400000000000000" pitchFamily="50" charset="-128"/>
              </a:rPr>
              <a:t>：</a:t>
            </a:r>
            <a:r>
              <a:rPr lang="en-US" altLang="ja-JP" sz="1200" b="0" dirty="0">
                <a:solidFill>
                  <a:schemeClr val="tx1"/>
                </a:solidFill>
                <a:latin typeface="BIZ UDPゴシック" panose="020B0400000000000000" pitchFamily="50" charset="-128"/>
                <a:ea typeface="BIZ UDPゴシック" panose="020B0400000000000000" pitchFamily="50" charset="-128"/>
              </a:rPr>
              <a:t>06-6695-7181</a:t>
            </a:r>
          </a:p>
          <a:p>
            <a:pPr eaLnBrk="1" hangingPunct="1">
              <a:lnSpc>
                <a:spcPct val="60000"/>
              </a:lnSpc>
              <a:spcBef>
                <a:spcPct val="50000"/>
              </a:spcBef>
            </a:pPr>
            <a:r>
              <a:rPr lang="ja-JP" altLang="en-US" sz="1200" b="0" dirty="0">
                <a:solidFill>
                  <a:schemeClr val="tx1"/>
                </a:solidFill>
                <a:latin typeface="BIZ UDPゴシック" panose="020B0400000000000000" pitchFamily="50" charset="-128"/>
                <a:ea typeface="BIZ UDPゴシック" panose="020B0400000000000000" pitchFamily="50" charset="-128"/>
              </a:rPr>
              <a:t>　　　</a:t>
            </a:r>
            <a:r>
              <a:rPr lang="en-US" altLang="ja-JP" sz="1200" b="0" dirty="0">
                <a:solidFill>
                  <a:schemeClr val="tx1"/>
                </a:solidFill>
                <a:latin typeface="BIZ UDPゴシック" panose="020B0400000000000000" pitchFamily="50" charset="-128"/>
                <a:ea typeface="BIZ UDPゴシック" panose="020B0400000000000000" pitchFamily="50" charset="-128"/>
              </a:rPr>
              <a:t>FAX</a:t>
            </a:r>
            <a:r>
              <a:rPr lang="ja-JP" altLang="en-US" sz="1200" b="0" dirty="0">
                <a:solidFill>
                  <a:schemeClr val="tx1"/>
                </a:solidFill>
                <a:latin typeface="BIZ UDPゴシック" panose="020B0400000000000000" pitchFamily="50" charset="-128"/>
                <a:ea typeface="BIZ UDPゴシック" panose="020B0400000000000000" pitchFamily="50" charset="-128"/>
              </a:rPr>
              <a:t>：</a:t>
            </a:r>
            <a:r>
              <a:rPr lang="en-US" altLang="ja-JP" sz="1200" b="0" dirty="0">
                <a:solidFill>
                  <a:schemeClr val="tx1"/>
                </a:solidFill>
                <a:latin typeface="BIZ UDPゴシック" panose="020B0400000000000000" pitchFamily="50" charset="-128"/>
                <a:ea typeface="BIZ UDPゴシック" panose="020B0400000000000000" pitchFamily="50" charset="-128"/>
              </a:rPr>
              <a:t>06-6695-7037</a:t>
            </a:r>
          </a:p>
        </p:txBody>
      </p:sp>
    </p:spTree>
    <p:extLst>
      <p:ext uri="{BB962C8B-B14F-4D97-AF65-F5344CB8AC3E}">
        <p14:creationId xmlns:p14="http://schemas.microsoft.com/office/powerpoint/2010/main" val="391485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1">
      <a:majorFont>
        <a:latin typeface="Segoe UI"/>
        <a:ea typeface="游ゴシック"/>
        <a:cs typeface=""/>
      </a:majorFont>
      <a:minorFont>
        <a:latin typeface="Segoe UI"/>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dirty="0" smtClean="0">
            <a:latin typeface="+mn-ea"/>
            <a:ea typeface="+mn-ea"/>
          </a:defRPr>
        </a:defPPr>
      </a:lstStyle>
    </a:txDef>
  </a:objectDefaults>
  <a:extraClrSchemeLst/>
</a:theme>
</file>

<file path=ppt/theme/theme3.xml><?xml version="1.0" encoding="utf-8"?>
<a:theme xmlns:a="http://schemas.openxmlformats.org/drawingml/2006/main" name="3_中間タイトル">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1">
      <a:majorFont>
        <a:latin typeface="Segoe UI"/>
        <a:ea typeface="游ゴシック"/>
        <a:cs typeface=""/>
      </a:majorFont>
      <a:minorFont>
        <a:latin typeface="Segoe UI"/>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dirty="0" smtClean="0">
            <a:latin typeface="+mn-ea"/>
            <a:ea typeface="+mn-ea"/>
          </a:defRPr>
        </a:defPPr>
      </a:lstStyle>
    </a:txDef>
  </a:objectDefaults>
  <a:extraClrSchemeLst/>
</a:theme>
</file>

<file path=ppt/theme/theme4.xml><?xml version="1.0" encoding="utf-8"?>
<a:theme xmlns:a="http://schemas.openxmlformats.org/drawingml/2006/main" name="3_Contents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1">
      <a:majorFont>
        <a:latin typeface="Segoe UI"/>
        <a:ea typeface="游ゴシック"/>
        <a:cs typeface=""/>
      </a:majorFont>
      <a:minorFont>
        <a:latin typeface="Segoe UI"/>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dirty="0" smtClean="0">
            <a:latin typeface="+mn-ea"/>
            <a:ea typeface="+mn-ea"/>
          </a:defRPr>
        </a:defPPr>
      </a:lstStyle>
    </a:txDef>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4DB66BF-33A8-4C86-BC0B-F55BFAF14A6A}">
  <we:reference id="WA200010001" version="1.0.0.1" store="Omex" storeType="OMEX"/>
  <we:alternateReferences>
    <we:reference id="WA200010001" version="1.0.0.1" store="WA200010001" storeType="OMEX"/>
  </we:alternateReferences>
  <we:properties>
    <we:property name="claude.fileId" value="&quot;e7f33fb5-a001-4736-862b-3e3394e1e37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4AF26F9254E914B8E28B9D9679976FA" ma:contentTypeVersion="20" ma:contentTypeDescription="新しいドキュメントを作成します。" ma:contentTypeScope="" ma:versionID="1de54ca58e89345c6c1f1903611e4754">
  <xsd:schema xmlns:xsd="http://www.w3.org/2001/XMLSchema" xmlns:xs="http://www.w3.org/2001/XMLSchema" xmlns:p="http://schemas.microsoft.com/office/2006/metadata/properties" xmlns:ns2="6c4ead33-f868-4a6e-8bb6-a27b2594c58f" xmlns:ns3="9f996c89-0463-45eb-ac21-d3f58dae9444" targetNamespace="http://schemas.microsoft.com/office/2006/metadata/properties" ma:root="true" ma:fieldsID="c1d386807a76f94cbd099af5b0d8e446" ns2:_="" ns3:_="">
    <xsd:import namespace="6c4ead33-f868-4a6e-8bb6-a27b2594c58f"/>
    <xsd:import namespace="9f996c89-0463-45eb-ac21-d3f58dae944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4ead33-f868-4a6e-8bb6-a27b2594c5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47f3dd35-3289-4f2d-9daa-486f5378b5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_Flow_SignoffStatus" ma:index="26" nillable="true" ma:displayName="承認の状態" ma:internalName="_x627f__x8a8d__x306e__x72b6__x614b_">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996c89-0463-45eb-ac21-d3f58dae9444"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b3024afb-90ce-4d21-898c-15491da6c5d3}" ma:internalName="TaxCatchAll" ma:showField="CatchAllData" ma:web="9f996c89-0463-45eb-ac21-d3f58dae94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f996c89-0463-45eb-ac21-d3f58dae9444" xsi:nil="true"/>
    <lcf76f155ced4ddcb4097134ff3c332f xmlns="6c4ead33-f868-4a6e-8bb6-a27b2594c58f">
      <Terms xmlns="http://schemas.microsoft.com/office/infopath/2007/PartnerControls"/>
    </lcf76f155ced4ddcb4097134ff3c332f>
    <_Flow_SignoffStatus xmlns="6c4ead33-f868-4a6e-8bb6-a27b2594c58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531C8F-DF9E-42ED-84AB-AFF8441E08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4ead33-f868-4a6e-8bb6-a27b2594c58f"/>
    <ds:schemaRef ds:uri="9f996c89-0463-45eb-ac21-d3f58dae94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E68F32-3B16-4B26-953D-A9E4C3E954DF}">
  <ds:schemaRefs>
    <ds:schemaRef ds:uri="http://schemas.microsoft.com/office/2006/metadata/properties"/>
    <ds:schemaRef ds:uri="http://purl.org/dc/elements/1.1/"/>
    <ds:schemaRef ds:uri="http://purl.org/dc/term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9f996c89-0463-45eb-ac21-d3f58dae9444"/>
    <ds:schemaRef ds:uri="6c4ead33-f868-4a6e-8bb6-a27b2594c58f"/>
    <ds:schemaRef ds:uri="http://purl.org/dc/dcmitype/"/>
  </ds:schemaRefs>
</ds:datastoreItem>
</file>

<file path=customXml/itemProps3.xml><?xml version="1.0" encoding="utf-8"?>
<ds:datastoreItem xmlns:ds="http://schemas.openxmlformats.org/officeDocument/2006/customXml" ds:itemID="{717FB000-45A8-43D2-84A5-23E7777928C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28941</TotalTime>
  <Words>1718</Words>
  <Application>Microsoft Office PowerPoint</Application>
  <PresentationFormat>ワイド画面</PresentationFormat>
  <Paragraphs>185</Paragraphs>
  <Slides>14</Slides>
  <Notes>14</Notes>
  <HiddenSlides>0</HiddenSlides>
  <MMClips>0</MMClips>
  <ScaleCrop>false</ScaleCrop>
  <HeadingPairs>
    <vt:vector size="6" baseType="variant">
      <vt:variant>
        <vt:lpstr>使用されているフォント</vt:lpstr>
      </vt:variant>
      <vt:variant>
        <vt:i4>8</vt:i4>
      </vt:variant>
      <vt:variant>
        <vt:lpstr>テーマ</vt:lpstr>
      </vt:variant>
      <vt:variant>
        <vt:i4>4</vt:i4>
      </vt:variant>
      <vt:variant>
        <vt:lpstr>スライド タイトル</vt:lpstr>
      </vt:variant>
      <vt:variant>
        <vt:i4>14</vt:i4>
      </vt:variant>
    </vt:vector>
  </HeadingPairs>
  <TitlesOfParts>
    <vt:vector size="26" baseType="lpstr">
      <vt:lpstr>BIZ UDPゴシック</vt:lpstr>
      <vt:lpstr>Helvetica Neue Light</vt:lpstr>
      <vt:lpstr>ＭＳ Ｐゴシック</vt:lpstr>
      <vt:lpstr>Noto Sans JP</vt:lpstr>
      <vt:lpstr>游ゴシック</vt:lpstr>
      <vt:lpstr>Arial</vt:lpstr>
      <vt:lpstr>Consolas</vt:lpstr>
      <vt:lpstr>Segoe UI Historic</vt:lpstr>
      <vt:lpstr>Office Theme</vt:lpstr>
      <vt:lpstr>2_Office Theme</vt:lpstr>
      <vt:lpstr>3_中間タイトル</vt:lpstr>
      <vt:lpstr>3_Contents2</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株式会社ゼネテック 会社紹介資料</dc:title>
  <dc:creator>森 城太郎</dc:creator>
  <cp:lastModifiedBy>佐井 博憲</cp:lastModifiedBy>
  <cp:revision>145</cp:revision>
  <dcterms:created xsi:type="dcterms:W3CDTF">2022-03-31T04:14:10Z</dcterms:created>
  <dcterms:modified xsi:type="dcterms:W3CDTF">2026-06-24T06:29:49Z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2022-03-31T00:00:00Z</vt:filetime>
  </property>
  <property fmtid="{D5CDD505-2E9C-101B-9397-08002B2CF9AE}" pid="3" name="Creator">
    <vt:lpwstr>Adobe Illustrator 25.1 (Macintosh)</vt:lpwstr>
  </property>
  <property fmtid="{D5CDD505-2E9C-101B-9397-08002B2CF9AE}" pid="4" name="LastSaved">
    <vt:filetime>2022-03-31T00:00:00Z</vt:filetime>
  </property>
  <property fmtid="{D5CDD505-2E9C-101B-9397-08002B2CF9AE}" pid="5" name="MediaServiceImageTags">
    <vt:lpwstr/>
  </property>
  <property fmtid="{D5CDD505-2E9C-101B-9397-08002B2CF9AE}" pid="6" name="ContentTypeId">
    <vt:lpwstr>0x01010064AF26F9254E914B8E28B9D9679976FA</vt:lpwstr>
  </property>
</Properties>
</file>